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5" r:id="rId1"/>
  </p:sldMasterIdLst>
  <p:sldIdLst>
    <p:sldId id="256" r:id="rId2"/>
    <p:sldId id="257" r:id="rId3"/>
    <p:sldId id="258" r:id="rId4"/>
    <p:sldId id="259" r:id="rId5"/>
    <p:sldId id="270" r:id="rId6"/>
    <p:sldId id="271" r:id="rId7"/>
    <p:sldId id="261" r:id="rId8"/>
    <p:sldId id="266" r:id="rId9"/>
    <p:sldId id="268" r:id="rId10"/>
    <p:sldId id="265" r:id="rId11"/>
    <p:sldId id="269"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resh kumar" userId="3365952093d83207" providerId="LiveId" clId="{0925F63D-F908-4B64-AAC3-E453B935A055}"/>
    <pc:docChg chg="undo custSel addSld modSld sldOrd">
      <pc:chgData name="suresh kumar" userId="3365952093d83207" providerId="LiveId" clId="{0925F63D-F908-4B64-AAC3-E453B935A055}" dt="2024-10-03T15:49:24.644" v="1384" actId="2711"/>
      <pc:docMkLst>
        <pc:docMk/>
      </pc:docMkLst>
      <pc:sldChg chg="modSp mod">
        <pc:chgData name="suresh kumar" userId="3365952093d83207" providerId="LiveId" clId="{0925F63D-F908-4B64-AAC3-E453B935A055}" dt="2024-10-03T15:49:24.644" v="1384" actId="2711"/>
        <pc:sldMkLst>
          <pc:docMk/>
          <pc:sldMk cId="0" sldId="257"/>
        </pc:sldMkLst>
        <pc:spChg chg="mod">
          <ac:chgData name="suresh kumar" userId="3365952093d83207" providerId="LiveId" clId="{0925F63D-F908-4B64-AAC3-E453B935A055}" dt="2024-10-03T15:49:24.644" v="1384" actId="2711"/>
          <ac:spMkLst>
            <pc:docMk/>
            <pc:sldMk cId="0" sldId="257"/>
            <ac:spMk id="3" creationId="{00000000-0000-0000-0000-000000000000}"/>
          </ac:spMkLst>
        </pc:spChg>
      </pc:sldChg>
      <pc:sldChg chg="modSp mod">
        <pc:chgData name="suresh kumar" userId="3365952093d83207" providerId="LiveId" clId="{0925F63D-F908-4B64-AAC3-E453B935A055}" dt="2024-09-26T02:21:56.639" v="1273" actId="113"/>
        <pc:sldMkLst>
          <pc:docMk/>
          <pc:sldMk cId="0" sldId="260"/>
        </pc:sldMkLst>
        <pc:spChg chg="mod">
          <ac:chgData name="suresh kumar" userId="3365952093d83207" providerId="LiveId" clId="{0925F63D-F908-4B64-AAC3-E453B935A055}" dt="2024-09-26T02:21:56.639" v="1273" actId="113"/>
          <ac:spMkLst>
            <pc:docMk/>
            <pc:sldMk cId="0" sldId="260"/>
            <ac:spMk id="2" creationId="{00000000-0000-0000-0000-000000000000}"/>
          </ac:spMkLst>
        </pc:spChg>
        <pc:spChg chg="mod">
          <ac:chgData name="suresh kumar" userId="3365952093d83207" providerId="LiveId" clId="{0925F63D-F908-4B64-AAC3-E453B935A055}" dt="2024-09-26T02:21:44.048" v="1272" actId="20577"/>
          <ac:spMkLst>
            <pc:docMk/>
            <pc:sldMk cId="0" sldId="260"/>
            <ac:spMk id="3" creationId="{00000000-0000-0000-0000-000000000000}"/>
          </ac:spMkLst>
        </pc:spChg>
      </pc:sldChg>
      <pc:sldChg chg="addSp delSp modSp mod">
        <pc:chgData name="suresh kumar" userId="3365952093d83207" providerId="LiveId" clId="{0925F63D-F908-4B64-AAC3-E453B935A055}" dt="2024-09-26T02:20:09.468" v="1241" actId="14100"/>
        <pc:sldMkLst>
          <pc:docMk/>
          <pc:sldMk cId="0" sldId="261"/>
        </pc:sldMkLst>
        <pc:spChg chg="mod">
          <ac:chgData name="suresh kumar" userId="3365952093d83207" providerId="LiveId" clId="{0925F63D-F908-4B64-AAC3-E453B935A055}" dt="2024-09-26T02:20:02.147" v="1238" actId="14100"/>
          <ac:spMkLst>
            <pc:docMk/>
            <pc:sldMk cId="0" sldId="261"/>
            <ac:spMk id="2" creationId="{00000000-0000-0000-0000-000000000000}"/>
          </ac:spMkLst>
        </pc:spChg>
        <pc:spChg chg="del mod">
          <ac:chgData name="suresh kumar" userId="3365952093d83207" providerId="LiveId" clId="{0925F63D-F908-4B64-AAC3-E453B935A055}" dt="2024-09-26T02:19:41.106" v="1233" actId="478"/>
          <ac:spMkLst>
            <pc:docMk/>
            <pc:sldMk cId="0" sldId="261"/>
            <ac:spMk id="3" creationId="{00000000-0000-0000-0000-000000000000}"/>
          </ac:spMkLst>
        </pc:spChg>
        <pc:spChg chg="add del mod">
          <ac:chgData name="suresh kumar" userId="3365952093d83207" providerId="LiveId" clId="{0925F63D-F908-4B64-AAC3-E453B935A055}" dt="2024-09-26T02:19:52.701" v="1234" actId="478"/>
          <ac:spMkLst>
            <pc:docMk/>
            <pc:sldMk cId="0" sldId="261"/>
            <ac:spMk id="6" creationId="{12BC1454-0AF4-E4B9-FA3C-98D07AC463E9}"/>
          </ac:spMkLst>
        </pc:spChg>
        <pc:picChg chg="mod">
          <ac:chgData name="suresh kumar" userId="3365952093d83207" providerId="LiveId" clId="{0925F63D-F908-4B64-AAC3-E453B935A055}" dt="2024-09-26T02:20:09.468" v="1241" actId="14100"/>
          <ac:picMkLst>
            <pc:docMk/>
            <pc:sldMk cId="0" sldId="261"/>
            <ac:picMk id="5" creationId="{7BCD7360-DE71-0BEE-6770-241FBB6CB1BF}"/>
          </ac:picMkLst>
        </pc:picChg>
      </pc:sldChg>
      <pc:sldChg chg="modSp mod">
        <pc:chgData name="suresh kumar" userId="3365952093d83207" providerId="LiveId" clId="{0925F63D-F908-4B64-AAC3-E453B935A055}" dt="2024-09-26T02:14:50.838" v="1140"/>
        <pc:sldMkLst>
          <pc:docMk/>
          <pc:sldMk cId="0" sldId="262"/>
        </pc:sldMkLst>
        <pc:spChg chg="mod">
          <ac:chgData name="suresh kumar" userId="3365952093d83207" providerId="LiveId" clId="{0925F63D-F908-4B64-AAC3-E453B935A055}" dt="2024-09-26T02:14:50.838" v="1140"/>
          <ac:spMkLst>
            <pc:docMk/>
            <pc:sldMk cId="0" sldId="262"/>
            <ac:spMk id="3" creationId="{00000000-0000-0000-0000-000000000000}"/>
          </ac:spMkLst>
        </pc:spChg>
      </pc:sldChg>
      <pc:sldChg chg="delSp modSp mod">
        <pc:chgData name="suresh kumar" userId="3365952093d83207" providerId="LiveId" clId="{0925F63D-F908-4B64-AAC3-E453B935A055}" dt="2024-09-26T02:18:49.394" v="1218" actId="478"/>
        <pc:sldMkLst>
          <pc:docMk/>
          <pc:sldMk cId="0" sldId="263"/>
        </pc:sldMkLst>
        <pc:spChg chg="del mod">
          <ac:chgData name="suresh kumar" userId="3365952093d83207" providerId="LiveId" clId="{0925F63D-F908-4B64-AAC3-E453B935A055}" dt="2024-09-26T02:18:49.394" v="1218" actId="478"/>
          <ac:spMkLst>
            <pc:docMk/>
            <pc:sldMk cId="0" sldId="263"/>
            <ac:spMk id="2" creationId="{00000000-0000-0000-0000-000000000000}"/>
          </ac:spMkLst>
        </pc:spChg>
        <pc:spChg chg="mod">
          <ac:chgData name="suresh kumar" userId="3365952093d83207" providerId="LiveId" clId="{0925F63D-F908-4B64-AAC3-E453B935A055}" dt="2024-09-26T02:18:11.058" v="1216" actId="27636"/>
          <ac:spMkLst>
            <pc:docMk/>
            <pc:sldMk cId="0" sldId="263"/>
            <ac:spMk id="3" creationId="{00000000-0000-0000-0000-000000000000}"/>
          </ac:spMkLst>
        </pc:spChg>
      </pc:sldChg>
      <pc:sldChg chg="modSp mod">
        <pc:chgData name="suresh kumar" userId="3365952093d83207" providerId="LiveId" clId="{0925F63D-F908-4B64-AAC3-E453B935A055}" dt="2024-10-03T15:44:05.422" v="1327" actId="20577"/>
        <pc:sldMkLst>
          <pc:docMk/>
          <pc:sldMk cId="1663471017" sldId="264"/>
        </pc:sldMkLst>
        <pc:spChg chg="mod">
          <ac:chgData name="suresh kumar" userId="3365952093d83207" providerId="LiveId" clId="{0925F63D-F908-4B64-AAC3-E453B935A055}" dt="2024-10-03T15:44:05.422" v="1327" actId="20577"/>
          <ac:spMkLst>
            <pc:docMk/>
            <pc:sldMk cId="1663471017" sldId="264"/>
            <ac:spMk id="3" creationId="{9E1EEC75-D6E4-A583-91CF-E12EF7788B19}"/>
          </ac:spMkLst>
        </pc:spChg>
      </pc:sldChg>
      <pc:sldChg chg="addSp delSp modSp mod setBg">
        <pc:chgData name="suresh kumar" userId="3365952093d83207" providerId="LiveId" clId="{0925F63D-F908-4B64-AAC3-E453B935A055}" dt="2024-09-26T02:24:20.821" v="1287" actId="26606"/>
        <pc:sldMkLst>
          <pc:docMk/>
          <pc:sldMk cId="1758531351" sldId="265"/>
        </pc:sldMkLst>
        <pc:spChg chg="mod ord">
          <ac:chgData name="suresh kumar" userId="3365952093d83207" providerId="LiveId" clId="{0925F63D-F908-4B64-AAC3-E453B935A055}" dt="2024-09-26T02:24:20.821" v="1287" actId="26606"/>
          <ac:spMkLst>
            <pc:docMk/>
            <pc:sldMk cId="1758531351" sldId="265"/>
            <ac:spMk id="2" creationId="{D5C79D39-DDAC-4A1A-6A48-6A4E199C7242}"/>
          </ac:spMkLst>
        </pc:spChg>
        <pc:spChg chg="add del">
          <ac:chgData name="suresh kumar" userId="3365952093d83207" providerId="LiveId" clId="{0925F63D-F908-4B64-AAC3-E453B935A055}" dt="2024-09-26T02:23:35.759" v="1282" actId="26606"/>
          <ac:spMkLst>
            <pc:docMk/>
            <pc:sldMk cId="1758531351" sldId="265"/>
            <ac:spMk id="49" creationId="{C7C71D87-3F49-4BCF-A883-F707E8BF00EB}"/>
          </ac:spMkLst>
        </pc:spChg>
        <pc:spChg chg="add del">
          <ac:chgData name="suresh kumar" userId="3365952093d83207" providerId="LiveId" clId="{0925F63D-F908-4B64-AAC3-E453B935A055}" dt="2024-09-26T02:23:35.759" v="1282" actId="26606"/>
          <ac:spMkLst>
            <pc:docMk/>
            <pc:sldMk cId="1758531351" sldId="265"/>
            <ac:spMk id="63" creationId="{F9E52235-B88C-4D77-984C-A7C57CA78668}"/>
          </ac:spMkLst>
        </pc:spChg>
        <pc:spChg chg="add del">
          <ac:chgData name="suresh kumar" userId="3365952093d83207" providerId="LiveId" clId="{0925F63D-F908-4B64-AAC3-E453B935A055}" dt="2024-09-26T02:23:35.759" v="1282" actId="26606"/>
          <ac:spMkLst>
            <pc:docMk/>
            <pc:sldMk cId="1758531351" sldId="265"/>
            <ac:spMk id="64" creationId="{EFAD192E-6453-4479-A9DF-054811745BDE}"/>
          </ac:spMkLst>
        </pc:spChg>
        <pc:spChg chg="add del mod">
          <ac:chgData name="suresh kumar" userId="3365952093d83207" providerId="LiveId" clId="{0925F63D-F908-4B64-AAC3-E453B935A055}" dt="2024-09-26T02:24:20.821" v="1287" actId="26606"/>
          <ac:spMkLst>
            <pc:docMk/>
            <pc:sldMk cId="1758531351" sldId="265"/>
            <ac:spMk id="66" creationId="{AB2312C3-4985-36BD-71F8-4926AEB43683}"/>
          </ac:spMkLst>
        </pc:spChg>
        <pc:spChg chg="add del">
          <ac:chgData name="suresh kumar" userId="3365952093d83207" providerId="LiveId" clId="{0925F63D-F908-4B64-AAC3-E453B935A055}" dt="2024-09-26T02:23:34.219" v="1279" actId="26606"/>
          <ac:spMkLst>
            <pc:docMk/>
            <pc:sldMk cId="1758531351" sldId="265"/>
            <ac:spMk id="69" creationId="{5DD7D61F-A731-4BBE-9FE8-5C9E20066DD9}"/>
          </ac:spMkLst>
        </pc:spChg>
        <pc:spChg chg="add del">
          <ac:chgData name="suresh kumar" userId="3365952093d83207" providerId="LiveId" clId="{0925F63D-F908-4B64-AAC3-E453B935A055}" dt="2024-09-26T02:23:23.471" v="1275" actId="26606"/>
          <ac:spMkLst>
            <pc:docMk/>
            <pc:sldMk cId="1758531351" sldId="265"/>
            <ac:spMk id="72" creationId="{35879851-1A1D-4246-AAA1-C484E858337D}"/>
          </ac:spMkLst>
        </pc:spChg>
        <pc:spChg chg="add del">
          <ac:chgData name="suresh kumar" userId="3365952093d83207" providerId="LiveId" clId="{0925F63D-F908-4B64-AAC3-E453B935A055}" dt="2024-09-26T02:23:34.219" v="1279" actId="26606"/>
          <ac:spMkLst>
            <pc:docMk/>
            <pc:sldMk cId="1758531351" sldId="265"/>
            <ac:spMk id="74" creationId="{3150F9D2-6F39-4F5D-97AB-F71084ACA2CB}"/>
          </ac:spMkLst>
        </pc:spChg>
        <pc:spChg chg="add del">
          <ac:chgData name="suresh kumar" userId="3365952093d83207" providerId="LiveId" clId="{0925F63D-F908-4B64-AAC3-E453B935A055}" dt="2024-09-26T02:23:34.219" v="1279" actId="26606"/>
          <ac:spMkLst>
            <pc:docMk/>
            <pc:sldMk cId="1758531351" sldId="265"/>
            <ac:spMk id="76" creationId="{628745F1-A80D-4634-B1B3-0D5BB34332AD}"/>
          </ac:spMkLst>
        </pc:spChg>
        <pc:spChg chg="add del">
          <ac:chgData name="suresh kumar" userId="3365952093d83207" providerId="LiveId" clId="{0925F63D-F908-4B64-AAC3-E453B935A055}" dt="2024-09-26T02:23:35.751" v="1281" actId="26606"/>
          <ac:spMkLst>
            <pc:docMk/>
            <pc:sldMk cId="1758531351" sldId="265"/>
            <ac:spMk id="78" creationId="{B3922973-13F3-4CE6-8EFF-03799F4944DB}"/>
          </ac:spMkLst>
        </pc:spChg>
        <pc:spChg chg="add del">
          <ac:chgData name="suresh kumar" userId="3365952093d83207" providerId="LiveId" clId="{0925F63D-F908-4B64-AAC3-E453B935A055}" dt="2024-09-26T02:23:35.751" v="1281" actId="26606"/>
          <ac:spMkLst>
            <pc:docMk/>
            <pc:sldMk cId="1758531351" sldId="265"/>
            <ac:spMk id="79" creationId="{B186664C-CD2D-43B3-85D6-F2EBA42B72D5}"/>
          </ac:spMkLst>
        </pc:spChg>
        <pc:spChg chg="add del">
          <ac:chgData name="suresh kumar" userId="3365952093d83207" providerId="LiveId" clId="{0925F63D-F908-4B64-AAC3-E453B935A055}" dt="2024-09-26T02:23:35.751" v="1281" actId="26606"/>
          <ac:spMkLst>
            <pc:docMk/>
            <pc:sldMk cId="1758531351" sldId="265"/>
            <ac:spMk id="80" creationId="{36910423-F477-4C74-89EE-E17D46F4E0E3}"/>
          </ac:spMkLst>
        </pc:spChg>
        <pc:spChg chg="add del">
          <ac:chgData name="suresh kumar" userId="3365952093d83207" providerId="LiveId" clId="{0925F63D-F908-4B64-AAC3-E453B935A055}" dt="2024-09-26T02:24:20.821" v="1287" actId="26606"/>
          <ac:spMkLst>
            <pc:docMk/>
            <pc:sldMk cId="1758531351" sldId="265"/>
            <ac:spMk id="82" creationId="{4245491D-0A9F-492B-B0B1-AE0F807A98D3}"/>
          </ac:spMkLst>
        </pc:spChg>
        <pc:spChg chg="add del">
          <ac:chgData name="suresh kumar" userId="3365952093d83207" providerId="LiveId" clId="{0925F63D-F908-4B64-AAC3-E453B935A055}" dt="2024-09-26T02:24:20.807" v="1286" actId="26606"/>
          <ac:spMkLst>
            <pc:docMk/>
            <pc:sldMk cId="1758531351" sldId="265"/>
            <ac:spMk id="86" creationId="{AB2312C3-4985-36BD-71F8-4926AEB43683}"/>
          </ac:spMkLst>
        </pc:spChg>
        <pc:spChg chg="add del">
          <ac:chgData name="suresh kumar" userId="3365952093d83207" providerId="LiveId" clId="{0925F63D-F908-4B64-AAC3-E453B935A055}" dt="2024-09-26T02:24:20.807" v="1286" actId="26606"/>
          <ac:spMkLst>
            <pc:docMk/>
            <pc:sldMk cId="1758531351" sldId="265"/>
            <ac:spMk id="87" creationId="{AFC5700F-7321-4B30-B1DC-BC4F2165BB51}"/>
          </ac:spMkLst>
        </pc:spChg>
        <pc:spChg chg="add del">
          <ac:chgData name="suresh kumar" userId="3365952093d83207" providerId="LiveId" clId="{0925F63D-F908-4B64-AAC3-E453B935A055}" dt="2024-09-26T02:24:20.807" v="1286" actId="26606"/>
          <ac:spMkLst>
            <pc:docMk/>
            <pc:sldMk cId="1758531351" sldId="265"/>
            <ac:spMk id="89" creationId="{8F50300C-C744-4948-BE34-534215C7469B}"/>
          </ac:spMkLst>
        </pc:spChg>
        <pc:spChg chg="add del">
          <ac:chgData name="suresh kumar" userId="3365952093d83207" providerId="LiveId" clId="{0925F63D-F908-4B64-AAC3-E453B935A055}" dt="2024-09-26T02:24:20.807" v="1286" actId="26606"/>
          <ac:spMkLst>
            <pc:docMk/>
            <pc:sldMk cId="1758531351" sldId="265"/>
            <ac:spMk id="119" creationId="{6CA72FCB-DBCC-435A-838B-682978F4791B}"/>
          </ac:spMkLst>
        </pc:spChg>
        <pc:spChg chg="add">
          <ac:chgData name="suresh kumar" userId="3365952093d83207" providerId="LiveId" clId="{0925F63D-F908-4B64-AAC3-E453B935A055}" dt="2024-09-26T02:24:20.821" v="1287" actId="26606"/>
          <ac:spMkLst>
            <pc:docMk/>
            <pc:sldMk cId="1758531351" sldId="265"/>
            <ac:spMk id="121" creationId="{C7C71D87-3F49-4BCF-A883-F707E8BF00EB}"/>
          </ac:spMkLst>
        </pc:spChg>
        <pc:spChg chg="add">
          <ac:chgData name="suresh kumar" userId="3365952093d83207" providerId="LiveId" clId="{0925F63D-F908-4B64-AAC3-E453B935A055}" dt="2024-09-26T02:24:20.821" v="1287" actId="26606"/>
          <ac:spMkLst>
            <pc:docMk/>
            <pc:sldMk cId="1758531351" sldId="265"/>
            <ac:spMk id="122" creationId="{F9E52235-B88C-4D77-984C-A7C57CA78668}"/>
          </ac:spMkLst>
        </pc:spChg>
        <pc:spChg chg="add">
          <ac:chgData name="suresh kumar" userId="3365952093d83207" providerId="LiveId" clId="{0925F63D-F908-4B64-AAC3-E453B935A055}" dt="2024-09-26T02:24:20.821" v="1287" actId="26606"/>
          <ac:spMkLst>
            <pc:docMk/>
            <pc:sldMk cId="1758531351" sldId="265"/>
            <ac:spMk id="123" creationId="{AB2312C3-4985-36BD-71F8-4926AEB43683}"/>
          </ac:spMkLst>
        </pc:spChg>
        <pc:spChg chg="add">
          <ac:chgData name="suresh kumar" userId="3365952093d83207" providerId="LiveId" clId="{0925F63D-F908-4B64-AAC3-E453B935A055}" dt="2024-09-26T02:24:20.821" v="1287" actId="26606"/>
          <ac:spMkLst>
            <pc:docMk/>
            <pc:sldMk cId="1758531351" sldId="265"/>
            <ac:spMk id="150" creationId="{EFAD192E-6453-4479-A9DF-054811745BDE}"/>
          </ac:spMkLst>
        </pc:spChg>
        <pc:grpChg chg="add del">
          <ac:chgData name="suresh kumar" userId="3365952093d83207" providerId="LiveId" clId="{0925F63D-F908-4B64-AAC3-E453B935A055}" dt="2024-09-26T02:23:35.759" v="1282" actId="26606"/>
          <ac:grpSpMkLst>
            <pc:docMk/>
            <pc:sldMk cId="1758531351" sldId="265"/>
            <ac:grpSpMk id="50" creationId="{15C6759D-A316-44FB-BAA1-41A9BAEBDA40}"/>
          </ac:grpSpMkLst>
        </pc:grpChg>
        <pc:grpChg chg="add del">
          <ac:chgData name="suresh kumar" userId="3365952093d83207" providerId="LiveId" clId="{0925F63D-F908-4B64-AAC3-E453B935A055}" dt="2024-09-26T02:23:35.759" v="1282" actId="26606"/>
          <ac:grpSpMkLst>
            <pc:docMk/>
            <pc:sldMk cId="1758531351" sldId="265"/>
            <ac:grpSpMk id="67" creationId="{5552A84B-8851-405D-B8A8-7369A6BC699D}"/>
          </ac:grpSpMkLst>
        </pc:grpChg>
        <pc:grpChg chg="add del">
          <ac:chgData name="suresh kumar" userId="3365952093d83207" providerId="LiveId" clId="{0925F63D-F908-4B64-AAC3-E453B935A055}" dt="2024-09-26T02:24:20.807" v="1286" actId="26606"/>
          <ac:grpSpMkLst>
            <pc:docMk/>
            <pc:sldMk cId="1758531351" sldId="265"/>
            <ac:grpSpMk id="91" creationId="{3EF50F21-ED59-4E25-B7BC-73AD45B39542}"/>
          </ac:grpSpMkLst>
        </pc:grpChg>
        <pc:grpChg chg="add del">
          <ac:chgData name="suresh kumar" userId="3365952093d83207" providerId="LiveId" clId="{0925F63D-F908-4B64-AAC3-E453B935A055}" dt="2024-09-26T02:24:20.807" v="1286" actId="26606"/>
          <ac:grpSpMkLst>
            <pc:docMk/>
            <pc:sldMk cId="1758531351" sldId="265"/>
            <ac:grpSpMk id="105" creationId="{672F9DC4-C2C4-43CF-9C2C-2EE1826F77A2}"/>
          </ac:grpSpMkLst>
        </pc:grpChg>
        <pc:grpChg chg="add">
          <ac:chgData name="suresh kumar" userId="3365952093d83207" providerId="LiveId" clId="{0925F63D-F908-4B64-AAC3-E453B935A055}" dt="2024-09-26T02:24:20.821" v="1287" actId="26606"/>
          <ac:grpSpMkLst>
            <pc:docMk/>
            <pc:sldMk cId="1758531351" sldId="265"/>
            <ac:grpSpMk id="124" creationId="{5552A84B-8851-405D-B8A8-7369A6BC699D}"/>
          </ac:grpSpMkLst>
        </pc:grpChg>
        <pc:grpChg chg="add">
          <ac:chgData name="suresh kumar" userId="3365952093d83207" providerId="LiveId" clId="{0925F63D-F908-4B64-AAC3-E453B935A055}" dt="2024-09-26T02:24:20.821" v="1287" actId="26606"/>
          <ac:grpSpMkLst>
            <pc:docMk/>
            <pc:sldMk cId="1758531351" sldId="265"/>
            <ac:grpSpMk id="137" creationId="{15C6759D-A316-44FB-BAA1-41A9BAEBDA40}"/>
          </ac:grpSpMkLst>
        </pc:grpChg>
        <pc:graphicFrameChg chg="add del">
          <ac:chgData name="suresh kumar" userId="3365952093d83207" providerId="LiveId" clId="{0925F63D-F908-4B64-AAC3-E453B935A055}" dt="2024-09-26T02:24:06.692" v="1284" actId="26606"/>
          <ac:graphicFrameMkLst>
            <pc:docMk/>
            <pc:sldMk cId="1758531351" sldId="265"/>
            <ac:graphicFrameMk id="84" creationId="{1135055E-F58E-2C97-168A-0014A15F05FC}"/>
          </ac:graphicFrameMkLst>
        </pc:graphicFrameChg>
        <pc:picChg chg="mod ord">
          <ac:chgData name="suresh kumar" userId="3365952093d83207" providerId="LiveId" clId="{0925F63D-F908-4B64-AAC3-E453B935A055}" dt="2024-09-26T02:24:20.821" v="1287" actId="26606"/>
          <ac:picMkLst>
            <pc:docMk/>
            <pc:sldMk cId="1758531351" sldId="265"/>
            <ac:picMk id="65" creationId="{51495E6E-D26D-0061-5010-4B8349C47FF6}"/>
          </ac:picMkLst>
        </pc:picChg>
      </pc:sldChg>
      <pc:sldChg chg="delSp modSp mod">
        <pc:chgData name="suresh kumar" userId="3365952093d83207" providerId="LiveId" clId="{0925F63D-F908-4B64-AAC3-E453B935A055}" dt="2024-09-26T02:19:29.616" v="1229" actId="14100"/>
        <pc:sldMkLst>
          <pc:docMk/>
          <pc:sldMk cId="35718000" sldId="266"/>
        </pc:sldMkLst>
        <pc:spChg chg="mod">
          <ac:chgData name="suresh kumar" userId="3365952093d83207" providerId="LiveId" clId="{0925F63D-F908-4B64-AAC3-E453B935A055}" dt="2024-09-26T02:19:19.870" v="1225" actId="27636"/>
          <ac:spMkLst>
            <pc:docMk/>
            <pc:sldMk cId="35718000" sldId="266"/>
            <ac:spMk id="2" creationId="{2A59DC53-DDDA-199D-FA56-316D2287CD7A}"/>
          </ac:spMkLst>
        </pc:spChg>
        <pc:spChg chg="del mod">
          <ac:chgData name="suresh kumar" userId="3365952093d83207" providerId="LiveId" clId="{0925F63D-F908-4B64-AAC3-E453B935A055}" dt="2024-09-26T02:19:08.939" v="1222" actId="478"/>
          <ac:spMkLst>
            <pc:docMk/>
            <pc:sldMk cId="35718000" sldId="266"/>
            <ac:spMk id="3" creationId="{480E3769-AE1F-0595-4C82-2509E2440F74}"/>
          </ac:spMkLst>
        </pc:spChg>
        <pc:picChg chg="mod">
          <ac:chgData name="suresh kumar" userId="3365952093d83207" providerId="LiveId" clId="{0925F63D-F908-4B64-AAC3-E453B935A055}" dt="2024-09-26T02:19:29.616" v="1229" actId="14100"/>
          <ac:picMkLst>
            <pc:docMk/>
            <pc:sldMk cId="35718000" sldId="266"/>
            <ac:picMk id="5" creationId="{C43BBCC6-D301-0805-F6CC-CE6B72561574}"/>
          </ac:picMkLst>
        </pc:picChg>
      </pc:sldChg>
      <pc:sldChg chg="delSp modSp mod">
        <pc:chgData name="suresh kumar" userId="3365952093d83207" providerId="LiveId" clId="{0925F63D-F908-4B64-AAC3-E453B935A055}" dt="2024-09-26T02:20:39.018" v="1250" actId="14100"/>
        <pc:sldMkLst>
          <pc:docMk/>
          <pc:sldMk cId="2689145382" sldId="267"/>
        </pc:sldMkLst>
        <pc:spChg chg="mod">
          <ac:chgData name="suresh kumar" userId="3365952093d83207" providerId="LiveId" clId="{0925F63D-F908-4B64-AAC3-E453B935A055}" dt="2024-09-26T02:20:30.613" v="1247" actId="14100"/>
          <ac:spMkLst>
            <pc:docMk/>
            <pc:sldMk cId="2689145382" sldId="267"/>
            <ac:spMk id="2" creationId="{70B713EC-C203-E590-B6C7-40D4504B4DB8}"/>
          </ac:spMkLst>
        </pc:spChg>
        <pc:spChg chg="del mod">
          <ac:chgData name="suresh kumar" userId="3365952093d83207" providerId="LiveId" clId="{0925F63D-F908-4B64-AAC3-E453B935A055}" dt="2024-09-26T02:20:21.438" v="1245" actId="478"/>
          <ac:spMkLst>
            <pc:docMk/>
            <pc:sldMk cId="2689145382" sldId="267"/>
            <ac:spMk id="3" creationId="{459411DC-9220-1563-F390-833DDF6E5C5E}"/>
          </ac:spMkLst>
        </pc:spChg>
        <pc:picChg chg="mod">
          <ac:chgData name="suresh kumar" userId="3365952093d83207" providerId="LiveId" clId="{0925F63D-F908-4B64-AAC3-E453B935A055}" dt="2024-09-26T02:20:39.018" v="1250" actId="14100"/>
          <ac:picMkLst>
            <pc:docMk/>
            <pc:sldMk cId="2689145382" sldId="267"/>
            <ac:picMk id="5" creationId="{713C9BA3-88E4-0156-BE63-8BD76D9F36F2}"/>
          </ac:picMkLst>
        </pc:picChg>
      </pc:sldChg>
      <pc:sldChg chg="modSp mod">
        <pc:chgData name="suresh kumar" userId="3365952093d83207" providerId="LiveId" clId="{0925F63D-F908-4B64-AAC3-E453B935A055}" dt="2024-09-26T01:53:35.659" v="974" actId="1076"/>
        <pc:sldMkLst>
          <pc:docMk/>
          <pc:sldMk cId="2079510424" sldId="268"/>
        </pc:sldMkLst>
        <pc:spChg chg="mod">
          <ac:chgData name="suresh kumar" userId="3365952093d83207" providerId="LiveId" clId="{0925F63D-F908-4B64-AAC3-E453B935A055}" dt="2024-09-26T01:52:27.620" v="964" actId="20577"/>
          <ac:spMkLst>
            <pc:docMk/>
            <pc:sldMk cId="2079510424" sldId="268"/>
            <ac:spMk id="2" creationId="{C965B797-D715-3310-2B85-AAC78D820D73}"/>
          </ac:spMkLst>
        </pc:spChg>
        <pc:spChg chg="mod">
          <ac:chgData name="suresh kumar" userId="3365952093d83207" providerId="LiveId" clId="{0925F63D-F908-4B64-AAC3-E453B935A055}" dt="2024-09-26T01:53:13.097" v="967" actId="27636"/>
          <ac:spMkLst>
            <pc:docMk/>
            <pc:sldMk cId="2079510424" sldId="268"/>
            <ac:spMk id="3" creationId="{5CEE13EB-382D-DC3E-2113-C39B6E5D6CC0}"/>
          </ac:spMkLst>
        </pc:spChg>
        <pc:picChg chg="mod">
          <ac:chgData name="suresh kumar" userId="3365952093d83207" providerId="LiveId" clId="{0925F63D-F908-4B64-AAC3-E453B935A055}" dt="2024-09-26T01:53:35.659" v="974" actId="1076"/>
          <ac:picMkLst>
            <pc:docMk/>
            <pc:sldMk cId="2079510424" sldId="268"/>
            <ac:picMk id="5" creationId="{8F24B46B-8F98-ADDD-6856-A23E934A7C6B}"/>
          </ac:picMkLst>
        </pc:picChg>
      </pc:sldChg>
      <pc:sldChg chg="modSp new mod ord">
        <pc:chgData name="suresh kumar" userId="3365952093d83207" providerId="LiveId" clId="{0925F63D-F908-4B64-AAC3-E453B935A055}" dt="2024-09-26T02:16:10.442" v="1141"/>
        <pc:sldMkLst>
          <pc:docMk/>
          <pc:sldMk cId="738039568" sldId="269"/>
        </pc:sldMkLst>
        <pc:spChg chg="mod">
          <ac:chgData name="suresh kumar" userId="3365952093d83207" providerId="LiveId" clId="{0925F63D-F908-4B64-AAC3-E453B935A055}" dt="2024-09-26T02:16:10.442" v="1141"/>
          <ac:spMkLst>
            <pc:docMk/>
            <pc:sldMk cId="738039568" sldId="269"/>
            <ac:spMk id="2" creationId="{FB87FDAB-CDA4-D527-131E-C9F21A00FE32}"/>
          </ac:spMkLst>
        </pc:spChg>
        <pc:spChg chg="mod">
          <ac:chgData name="suresh kumar" userId="3365952093d83207" providerId="LiveId" clId="{0925F63D-F908-4B64-AAC3-E453B935A055}" dt="2024-09-26T01:49:19.425" v="937" actId="404"/>
          <ac:spMkLst>
            <pc:docMk/>
            <pc:sldMk cId="738039568" sldId="269"/>
            <ac:spMk id="3" creationId="{AA1B1DCA-41F8-2B05-B40A-58C10A877C08}"/>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942416" y="2514601"/>
            <a:ext cx="6600451"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942416" y="4777380"/>
            <a:ext cx="6600451"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3/23/2025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8"/>
          <p:cNvSpPr/>
          <p:nvPr/>
        </p:nvSpPr>
        <p:spPr bwMode="auto">
          <a:xfrm>
            <a:off x="-31719" y="4321158"/>
            <a:ext cx="1395473" cy="781781"/>
          </a:xfrm>
          <a:custGeom>
            <a:avLst/>
            <a:gdLst/>
            <a:ahLst/>
            <a:cxnLst/>
            <a:rect l="l" t="t"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sp>
      <p:sp>
        <p:nvSpPr>
          <p:cNvPr id="6" name="Slide Number Placeholder 5"/>
          <p:cNvSpPr>
            <a:spLocks noGrp="1"/>
          </p:cNvSpPr>
          <p:nvPr>
            <p:ph type="sldNum" sz="quarter" idx="12"/>
          </p:nvPr>
        </p:nvSpPr>
        <p:spPr>
          <a:xfrm>
            <a:off x="423334" y="4529541"/>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169432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6589199"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1942415" y="2133600"/>
            <a:ext cx="6591985"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3/23/2025</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406254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42415" y="2074562"/>
            <a:ext cx="6591985"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3581400"/>
            <a:ext cx="6591985"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3/23/2025</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65992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942416" y="2136706"/>
            <a:ext cx="3197531" cy="376739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337307" y="2136706"/>
            <a:ext cx="3197093" cy="376739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3/23/2025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0" name="Slide Number Placeholder 5"/>
          <p:cNvSpPr>
            <a:spLocks noGrp="1"/>
          </p:cNvSpPr>
          <p:nvPr>
            <p:ph type="sldNum" sz="quarter" idx="12"/>
          </p:nvPr>
        </p:nvSpPr>
        <p:spPr>
          <a:xfrm>
            <a:off x="511228" y="787783"/>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078047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265352" y="2226626"/>
            <a:ext cx="28745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942415" y="2802888"/>
            <a:ext cx="3197532" cy="31057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6154" y="2223398"/>
            <a:ext cx="2873239"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333715" y="2799660"/>
            <a:ext cx="3195680" cy="31057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3/23/2025</a:t>
            </a:fld>
            <a:endParaRPr lang="en-US"/>
          </a:p>
        </p:txBody>
      </p:sp>
      <p:sp>
        <p:nvSpPr>
          <p:cNvPr id="8" name="Footer Placeholder 7"/>
          <p:cNvSpPr>
            <a:spLocks noGrp="1"/>
          </p:cNvSpPr>
          <p:nvPr>
            <p:ph type="ftr" sz="quarter" idx="11"/>
          </p:nvPr>
        </p:nvSpPr>
        <p:spPr/>
        <p:txBody>
          <a:bodyPr/>
          <a:lstStyle/>
          <a:p>
            <a:endParaRPr lang="en-US"/>
          </a:p>
        </p:txBody>
      </p:sp>
      <p:sp>
        <p:nvSpPr>
          <p:cNvPr id="11"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2" name="Slide Number Placeholder 5"/>
          <p:cNvSpPr>
            <a:spLocks noGrp="1"/>
          </p:cNvSpPr>
          <p:nvPr>
            <p:ph type="sldNum" sz="quarter" idx="12"/>
          </p:nvPr>
        </p:nvSpPr>
        <p:spPr>
          <a:xfrm>
            <a:off x="511228" y="787783"/>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94487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945200" y="624110"/>
            <a:ext cx="6589200" cy="128089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3/23/2025</a:t>
            </a:fld>
            <a:endParaRPr lang="en-US"/>
          </a:p>
        </p:txBody>
      </p:sp>
      <p:sp>
        <p:nvSpPr>
          <p:cNvPr id="4" name="Footer Placeholder 3"/>
          <p:cNvSpPr>
            <a:spLocks noGrp="1"/>
          </p:cNvSpPr>
          <p:nvPr>
            <p:ph type="ftr" sz="quarter" idx="11"/>
          </p:nvPr>
        </p:nvSpPr>
        <p:spPr/>
        <p:txBody>
          <a:bodyPr/>
          <a:lstStyle/>
          <a:p>
            <a:endParaRPr lang="en-US"/>
          </a:p>
        </p:txBody>
      </p:sp>
      <p:sp>
        <p:nvSpPr>
          <p:cNvPr id="8"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366147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3/23/2025</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90107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46088"/>
            <a:ext cx="2629584"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4743494" y="446089"/>
            <a:ext cx="3790906"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42415" y="1598613"/>
            <a:ext cx="2629584"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3/23/2025</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645269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800600"/>
            <a:ext cx="6591985"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42415" y="634965"/>
            <a:ext cx="6591985"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942415" y="5367338"/>
            <a:ext cx="6591985"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3/23/2025</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625893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609600"/>
            <a:ext cx="6591985"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3/23/2025</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736277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2415972" y="3505200"/>
            <a:ext cx="5653888"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3/23/2025</a:t>
            </a:fld>
            <a:endParaRPr lang="en-US"/>
          </a:p>
        </p:txBody>
      </p:sp>
      <p:sp>
        <p:nvSpPr>
          <p:cNvPr id="5" name="Footer Placeholder 4"/>
          <p:cNvSpPr>
            <a:spLocks noGrp="1"/>
          </p:cNvSpPr>
          <p:nvPr>
            <p:ph type="ftr" sz="quarter" idx="11"/>
          </p:nvPr>
        </p:nvSpPr>
        <p:spPr/>
        <p:txBody>
          <a:bodyPr/>
          <a:lstStyle/>
          <a:p>
            <a:endParaRPr lang="en-US"/>
          </a:p>
        </p:txBody>
      </p:sp>
      <p:sp>
        <p:nvSpPr>
          <p:cNvPr id="19"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C1FF6DA9-008F-8B48-92A6-B652298478BF}" type="slidenum">
              <a:rPr lang="en-US" smtClean="0"/>
              <a:t>‹#›</a:t>
            </a:fld>
            <a:endParaRPr lang="en-US"/>
          </a:p>
        </p:txBody>
      </p:sp>
      <p:sp>
        <p:nvSpPr>
          <p:cNvPr id="14" name="TextBox 13"/>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1480551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942415" y="2438401"/>
            <a:ext cx="6591985"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3/23/2025</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554295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3"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688292"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942415" y="5181600"/>
            <a:ext cx="6688292"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3/23/2025</a:t>
            </a:fld>
            <a:endParaRPr lang="en-US"/>
          </a:p>
        </p:txBody>
      </p:sp>
      <p:sp>
        <p:nvSpPr>
          <p:cNvPr id="6" name="Footer Placeholder 5"/>
          <p:cNvSpPr>
            <a:spLocks noGrp="1"/>
          </p:cNvSpPr>
          <p:nvPr>
            <p:ph type="ftr" sz="quarter" idx="11"/>
          </p:nvPr>
        </p:nvSpPr>
        <p:spPr/>
        <p:txBody>
          <a:bodyPr/>
          <a:lstStyle/>
          <a:p>
            <a:endParaRPr lang="en-US"/>
          </a:p>
        </p:txBody>
      </p:sp>
      <p:sp>
        <p:nvSpPr>
          <p:cNvPr id="2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1FF6DA9-008F-8B48-92A6-B652298478BF}" type="slidenum">
              <a:rPr lang="en-US" smtClean="0"/>
              <a:t>‹#›</a:t>
            </a:fld>
            <a:endParaRPr lang="en-US"/>
          </a:p>
        </p:txBody>
      </p:sp>
      <p:sp>
        <p:nvSpPr>
          <p:cNvPr id="11" name="TextBox 10"/>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2" name="TextBox 11"/>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7883713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942416" y="627407"/>
            <a:ext cx="6591984"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591985"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3/23/2025</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021040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3/23/2025</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386473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8535" y="627406"/>
            <a:ext cx="1656132"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1942416" y="627406"/>
            <a:ext cx="4716348"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3/23/2025</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21915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36" name="Group 35"/>
          <p:cNvGrpSpPr/>
          <p:nvPr/>
        </p:nvGrpSpPr>
        <p:grpSpPr>
          <a:xfrm>
            <a:off x="1" y="228600"/>
            <a:ext cx="1981200" cy="6638628"/>
            <a:chOff x="2487613" y="285750"/>
            <a:chExt cx="2428875" cy="5654676"/>
          </a:xfrm>
          <a:solidFill>
            <a:schemeClr val="accent1">
              <a:lumMod val="75000"/>
              <a:alpha val="40000"/>
            </a:schemeClr>
          </a:solidFill>
        </p:grpSpPr>
        <p:sp>
          <p:nvSpPr>
            <p:cNvPr id="37"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grpFill/>
            <a:ln>
              <a:noFill/>
            </a:ln>
          </p:spPr>
        </p:sp>
        <p:sp>
          <p:nvSpPr>
            <p:cNvPr id="38"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grpFill/>
            <a:ln>
              <a:noFill/>
            </a:ln>
          </p:spPr>
        </p:sp>
        <p:sp>
          <p:nvSpPr>
            <p:cNvPr id="39"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grpFill/>
            <a:ln>
              <a:noFill/>
            </a:ln>
          </p:spPr>
        </p:sp>
        <p:sp>
          <p:nvSpPr>
            <p:cNvPr id="40"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grpFill/>
            <a:ln>
              <a:noFill/>
            </a:ln>
          </p:spPr>
        </p:sp>
        <p:sp>
          <p:nvSpPr>
            <p:cNvPr id="41"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grpFill/>
            <a:ln>
              <a:noFill/>
            </a:ln>
          </p:spPr>
        </p:sp>
        <p:sp>
          <p:nvSpPr>
            <p:cNvPr id="42"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grpFill/>
            <a:ln>
              <a:noFill/>
            </a:ln>
          </p:spPr>
        </p:sp>
        <p:sp>
          <p:nvSpPr>
            <p:cNvPr id="43"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grpFill/>
            <a:ln>
              <a:noFill/>
            </a:ln>
          </p:spPr>
        </p:sp>
        <p:sp>
          <p:nvSpPr>
            <p:cNvPr id="44"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grpFill/>
            <a:ln>
              <a:noFill/>
            </a:ln>
          </p:spPr>
        </p:sp>
        <p:sp>
          <p:nvSpPr>
            <p:cNvPr id="45"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grpFill/>
            <a:ln>
              <a:noFill/>
            </a:ln>
          </p:spPr>
        </p:sp>
        <p:sp>
          <p:nvSpPr>
            <p:cNvPr id="46"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grpFill/>
            <a:ln>
              <a:noFill/>
            </a:ln>
          </p:spPr>
        </p:sp>
        <p:sp>
          <p:nvSpPr>
            <p:cNvPr id="47"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grpFill/>
            <a:ln>
              <a:noFill/>
            </a:ln>
          </p:spPr>
        </p:sp>
        <p:sp>
          <p:nvSpPr>
            <p:cNvPr id="48"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grpFill/>
            <a:ln>
              <a:noFill/>
            </a:ln>
          </p:spPr>
        </p:sp>
      </p:grpSp>
      <p:grpSp>
        <p:nvGrpSpPr>
          <p:cNvPr id="49" name="Group 48"/>
          <p:cNvGrpSpPr/>
          <p:nvPr/>
        </p:nvGrpSpPr>
        <p:grpSpPr>
          <a:xfrm>
            <a:off x="20421" y="-318"/>
            <a:ext cx="1952272" cy="6853571"/>
            <a:chOff x="6627813" y="195220"/>
            <a:chExt cx="1952625" cy="5678531"/>
          </a:xfrm>
          <a:solidFill>
            <a:schemeClr val="accent1"/>
          </a:solidFill>
        </p:grpSpPr>
        <p:sp>
          <p:nvSpPr>
            <p:cNvPr id="50" name="Freeform 27"/>
            <p:cNvSpPr/>
            <p:nvPr/>
          </p:nvSpPr>
          <p:spPr bwMode="auto">
            <a:xfrm>
              <a:off x="6627813" y="19522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grpFill/>
            <a:ln>
              <a:noFill/>
            </a:ln>
          </p:spPr>
        </p:sp>
        <p:sp>
          <p:nvSpPr>
            <p:cNvPr id="51"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grpFill/>
            <a:ln>
              <a:noFill/>
            </a:ln>
          </p:spPr>
        </p:sp>
        <p:sp>
          <p:nvSpPr>
            <p:cNvPr id="52"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grpFill/>
            <a:ln>
              <a:noFill/>
            </a:ln>
          </p:spPr>
        </p:sp>
        <p:sp>
          <p:nvSpPr>
            <p:cNvPr id="53"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grpFill/>
            <a:ln>
              <a:noFill/>
            </a:ln>
          </p:spPr>
        </p:sp>
        <p:sp>
          <p:nvSpPr>
            <p:cNvPr id="54"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grpFill/>
            <a:ln>
              <a:noFill/>
            </a:ln>
          </p:spPr>
        </p:sp>
        <p:sp>
          <p:nvSpPr>
            <p:cNvPr id="55"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grpFill/>
            <a:ln>
              <a:noFill/>
            </a:ln>
          </p:spPr>
        </p:sp>
        <p:sp>
          <p:nvSpPr>
            <p:cNvPr id="56"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grpFill/>
            <a:ln>
              <a:noFill/>
            </a:ln>
          </p:spPr>
        </p:sp>
        <p:sp>
          <p:nvSpPr>
            <p:cNvPr id="57"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grpFill/>
            <a:ln>
              <a:noFill/>
            </a:ln>
          </p:spPr>
        </p:sp>
        <p:sp>
          <p:nvSpPr>
            <p:cNvPr id="58"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grpFill/>
            <a:ln>
              <a:noFill/>
            </a:ln>
          </p:spPr>
        </p:sp>
        <p:sp>
          <p:nvSpPr>
            <p:cNvPr id="59"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grpFill/>
            <a:ln>
              <a:noFill/>
            </a:ln>
          </p:spPr>
        </p:sp>
        <p:sp>
          <p:nvSpPr>
            <p:cNvPr id="60"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grpFill/>
            <a:ln>
              <a:noFill/>
            </a:ln>
          </p:spPr>
        </p:sp>
        <p:sp>
          <p:nvSpPr>
            <p:cNvPr id="61"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grpFill/>
            <a:ln>
              <a:noFill/>
            </a:ln>
          </p:spPr>
        </p:sp>
      </p:grpSp>
      <p:sp>
        <p:nvSpPr>
          <p:cNvPr id="62" name="Rectangle 61"/>
          <p:cNvSpPr/>
          <p:nvPr/>
        </p:nvSpPr>
        <p:spPr>
          <a:xfrm>
            <a:off x="0" y="0"/>
            <a:ext cx="18288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1945200" y="624110"/>
            <a:ext cx="6589200"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942415" y="2133600"/>
            <a:ext cx="6591985"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772400" y="6135089"/>
            <a:ext cx="766380" cy="370171"/>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3/23/2025</a:t>
            </a:fld>
            <a:endParaRPr lang="en-US"/>
          </a:p>
        </p:txBody>
      </p:sp>
      <p:sp>
        <p:nvSpPr>
          <p:cNvPr id="5" name="Footer Placeholder 4"/>
          <p:cNvSpPr>
            <a:spLocks noGrp="1"/>
          </p:cNvSpPr>
          <p:nvPr>
            <p:ph type="ftr" sz="quarter" idx="3"/>
          </p:nvPr>
        </p:nvSpPr>
        <p:spPr>
          <a:xfrm>
            <a:off x="1942415" y="6135809"/>
            <a:ext cx="5716488"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11228" y="787783"/>
            <a:ext cx="584978" cy="365125"/>
          </a:xfrm>
          <a:prstGeom prst="rect">
            <a:avLst/>
          </a:prstGeom>
        </p:spPr>
        <p:txBody>
          <a:bodyPr vert="horz" lIns="91440" tIns="45720" rIns="91440" bIns="45720" rtlCol="0" anchor="ctr"/>
          <a:lstStyle>
            <a:lvl1pPr algn="r">
              <a:defRPr sz="2000">
                <a:solidFill>
                  <a:srgbClr val="FEFFFF"/>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26336496"/>
      </p:ext>
    </p:extLst>
  </p:cSld>
  <p:clrMap bg1="dk1" tx1="lt1" bg2="dk2" tx2="lt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pic>
        <p:nvPicPr>
          <p:cNvPr id="42" name="Picture 41" descr="Earth as a particle with gold and blue">
            <a:extLst>
              <a:ext uri="{FF2B5EF4-FFF2-40B4-BE49-F238E27FC236}">
                <a16:creationId xmlns:a16="http://schemas.microsoft.com/office/drawing/2014/main" id="{6066DBA1-6952-3440-BDC5-42F6281723AF}"/>
              </a:ext>
            </a:extLst>
          </p:cNvPr>
          <p:cNvPicPr>
            <a:picLocks noChangeAspect="1"/>
          </p:cNvPicPr>
          <p:nvPr/>
        </p:nvPicPr>
        <p:blipFill>
          <a:blip r:embed="rId2">
            <a:duotone>
              <a:schemeClr val="bg2">
                <a:shade val="45000"/>
                <a:satMod val="135000"/>
              </a:schemeClr>
              <a:prstClr val="white"/>
            </a:duotone>
            <a:alphaModFix amt="40000"/>
          </a:blip>
          <a:srcRect l="1722" r="9277" b="-1"/>
          <a:stretch/>
        </p:blipFill>
        <p:spPr>
          <a:xfrm>
            <a:off x="20" y="10"/>
            <a:ext cx="9143980" cy="6857990"/>
          </a:xfrm>
          <a:prstGeom prst="rect">
            <a:avLst/>
          </a:prstGeom>
        </p:spPr>
      </p:pic>
      <p:sp>
        <p:nvSpPr>
          <p:cNvPr id="2" name="Title 1"/>
          <p:cNvSpPr>
            <a:spLocks noGrp="1"/>
          </p:cNvSpPr>
          <p:nvPr>
            <p:ph type="ctrTitle"/>
          </p:nvPr>
        </p:nvSpPr>
        <p:spPr>
          <a:xfrm>
            <a:off x="1941909" y="2514600"/>
            <a:ext cx="6686550" cy="2262781"/>
          </a:xfrm>
        </p:spPr>
        <p:txBody>
          <a:bodyPr>
            <a:normAutofit/>
          </a:bodyPr>
          <a:lstStyle/>
          <a:p>
            <a:r>
              <a:rPr lang="en-US" b="1" dirty="0"/>
              <a:t>Global Electronics </a:t>
            </a:r>
          </a:p>
        </p:txBody>
      </p:sp>
      <p:sp>
        <p:nvSpPr>
          <p:cNvPr id="3" name="Subtitle 2"/>
          <p:cNvSpPr>
            <a:spLocks noGrp="1"/>
          </p:cNvSpPr>
          <p:nvPr>
            <p:ph type="subTitle" idx="1"/>
          </p:nvPr>
        </p:nvSpPr>
        <p:spPr>
          <a:xfrm>
            <a:off x="1941909" y="4777379"/>
            <a:ext cx="6686550" cy="1126283"/>
          </a:xfrm>
        </p:spPr>
        <p:txBody>
          <a:bodyPr>
            <a:normAutofit fontScale="92500"/>
          </a:bodyPr>
          <a:lstStyle/>
          <a:p>
            <a:r>
              <a:rPr lang="en-US" sz="2400" dirty="0"/>
              <a:t>Illuminating Insights for Global Electronics</a:t>
            </a:r>
          </a:p>
          <a:p>
            <a:r>
              <a:rPr lang="en-US" sz="2400" dirty="0"/>
              <a:t>								- by Suresh kumar 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 &amp; Objective</a:t>
            </a:r>
          </a:p>
        </p:txBody>
      </p:sp>
      <p:sp>
        <p:nvSpPr>
          <p:cNvPr id="3" name="Content Placeholder 2"/>
          <p:cNvSpPr>
            <a:spLocks noGrp="1"/>
          </p:cNvSpPr>
          <p:nvPr>
            <p:ph idx="1"/>
          </p:nvPr>
        </p:nvSpPr>
        <p:spPr/>
        <p:txBody>
          <a:bodyPr/>
          <a:lstStyle/>
          <a:p>
            <a:r>
              <a:rPr lang="en-US" b="1" dirty="0"/>
              <a:t>Project Aim</a:t>
            </a:r>
            <a:r>
              <a:rPr b="1" dirty="0"/>
              <a:t>: </a:t>
            </a:r>
            <a:r>
              <a:rPr lang="en-US" dirty="0"/>
              <a:t>To identify key insights that will enhance marketing strategies, optimize inventory management, and improve sales forecasting. This will help tailor marketing campaigns, develop better products, plan effective promotions, and decide on store expansions </a:t>
            </a:r>
            <a:r>
              <a:rPr lang="en-US" b="0" i="0" dirty="0">
                <a:solidFill>
                  <a:srgbClr val="F0F6FC"/>
                </a:solidFill>
                <a:effectLst/>
                <a:latin typeface="+mj-lt"/>
              </a:rPr>
              <a:t>and optimizations. Additionally, understanding the impact of currency exchange rates on sales will allow for better international pricing strategies. Overall, these insights will help Global Electronics increase customer satisfaction and drive business growth.</a:t>
            </a:r>
            <a:endParaRPr dirty="0">
              <a:latin typeface="+mj-l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 Sources and Tools Used</a:t>
            </a:r>
          </a:p>
        </p:txBody>
      </p:sp>
      <p:sp>
        <p:nvSpPr>
          <p:cNvPr id="3" name="Content Placeholder 2"/>
          <p:cNvSpPr>
            <a:spLocks noGrp="1"/>
          </p:cNvSpPr>
          <p:nvPr>
            <p:ph idx="1"/>
          </p:nvPr>
        </p:nvSpPr>
        <p:spPr/>
        <p:txBody>
          <a:bodyPr>
            <a:normAutofit/>
          </a:bodyPr>
          <a:lstStyle/>
          <a:p>
            <a:r>
              <a:rPr b="1" dirty="0"/>
              <a:t>Data Sources:</a:t>
            </a:r>
          </a:p>
          <a:p>
            <a:pPr lvl="1">
              <a:buFont typeface="Arial" panose="020B0604020202020204" pitchFamily="34" charset="0"/>
              <a:buChar char="•"/>
            </a:pPr>
            <a:r>
              <a:rPr dirty="0"/>
              <a:t>sales data</a:t>
            </a:r>
          </a:p>
          <a:p>
            <a:pPr lvl="1">
              <a:buFont typeface="Arial" panose="020B0604020202020204" pitchFamily="34" charset="0"/>
              <a:buChar char="•"/>
            </a:pPr>
            <a:r>
              <a:rPr lang="en-US" dirty="0"/>
              <a:t>Product data</a:t>
            </a:r>
          </a:p>
          <a:p>
            <a:pPr lvl="1">
              <a:buFont typeface="Arial" panose="020B0604020202020204" pitchFamily="34" charset="0"/>
              <a:buChar char="•"/>
            </a:pPr>
            <a:r>
              <a:rPr lang="en-US" dirty="0"/>
              <a:t>Customer data </a:t>
            </a:r>
          </a:p>
          <a:p>
            <a:pPr lvl="1">
              <a:buFont typeface="Arial" panose="020B0604020202020204" pitchFamily="34" charset="0"/>
              <a:buChar char="•"/>
            </a:pPr>
            <a:r>
              <a:rPr lang="en-US" dirty="0"/>
              <a:t>Store and currency exchange data</a:t>
            </a:r>
            <a:endParaRPr dirty="0"/>
          </a:p>
          <a:p>
            <a:r>
              <a:rPr b="1" dirty="0"/>
              <a:t>Tools Used:</a:t>
            </a:r>
          </a:p>
          <a:p>
            <a:pPr marL="685800" lvl="1">
              <a:buFont typeface="Arial" panose="020B0604020202020204" pitchFamily="34" charset="0"/>
              <a:buChar char="•"/>
            </a:pPr>
            <a:r>
              <a:rPr dirty="0"/>
              <a:t>Power BI</a:t>
            </a:r>
          </a:p>
          <a:p>
            <a:pPr marL="685800" lvl="1">
              <a:buFont typeface="Arial" panose="020B0604020202020204" pitchFamily="34" charset="0"/>
              <a:buChar char="•"/>
            </a:pPr>
            <a:r>
              <a:rPr dirty="0"/>
              <a:t>Python</a:t>
            </a:r>
          </a:p>
          <a:p>
            <a:pPr marL="685800" lvl="1">
              <a:buFont typeface="Arial" panose="020B0604020202020204" pitchFamily="34" charset="0"/>
              <a:buChar char="•"/>
            </a:pPr>
            <a:r>
              <a:rPr dirty="0"/>
              <a:t>SQL</a:t>
            </a:r>
          </a:p>
          <a:p>
            <a:pPr marL="685800" lvl="1">
              <a:buFont typeface="Arial" panose="020B0604020202020204" pitchFamily="34" charset="0"/>
              <a:buChar char="•"/>
            </a:pPr>
            <a:r>
              <a:rPr dirty="0"/>
              <a:t>Analysis conducted using Power BI visualizations.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Methodology</a:t>
            </a:r>
          </a:p>
        </p:txBody>
      </p:sp>
      <p:sp>
        <p:nvSpPr>
          <p:cNvPr id="3" name="Content Placeholder 2"/>
          <p:cNvSpPr>
            <a:spLocks noGrp="1"/>
          </p:cNvSpPr>
          <p:nvPr>
            <p:ph idx="1"/>
          </p:nvPr>
        </p:nvSpPr>
        <p:spPr/>
        <p:txBody>
          <a:bodyPr>
            <a:normAutofit fontScale="92500" lnSpcReduction="10000"/>
          </a:bodyPr>
          <a:lstStyle/>
          <a:p>
            <a:r>
              <a:rPr dirty="0"/>
              <a:t>1. Data Preparation: </a:t>
            </a:r>
            <a:endParaRPr lang="en-US" dirty="0"/>
          </a:p>
          <a:p>
            <a:pPr marL="457200" lvl="1" indent="0">
              <a:buNone/>
            </a:pPr>
            <a:r>
              <a:rPr dirty="0"/>
              <a:t>Data cleaning, handling missing values, and formatting for analysis</a:t>
            </a:r>
            <a:r>
              <a:rPr lang="en-US" dirty="0"/>
              <a:t> and Feature engineering</a:t>
            </a:r>
            <a:endParaRPr dirty="0"/>
          </a:p>
          <a:p>
            <a:endParaRPr dirty="0"/>
          </a:p>
          <a:p>
            <a:r>
              <a:rPr dirty="0"/>
              <a:t>2. </a:t>
            </a:r>
            <a:r>
              <a:rPr lang="en-US" dirty="0"/>
              <a:t>EDA Analysis:</a:t>
            </a:r>
          </a:p>
          <a:p>
            <a:pPr marL="457200" lvl="1" indent="0">
              <a:buNone/>
            </a:pPr>
            <a:r>
              <a:rPr lang="en-US" dirty="0"/>
              <a:t>To analysis the Demographic Distribution, Purchase Patterns, Overall Sales Performance, Sales by Store, Product Popularity, Profitability Analysis, Category Analysis, Geographical Analysis, Sales by Currency..</a:t>
            </a:r>
          </a:p>
          <a:p>
            <a:pPr marL="457200" lvl="1" indent="0">
              <a:buNone/>
            </a:pPr>
            <a:r>
              <a:rPr lang="en-US" dirty="0"/>
              <a:t> </a:t>
            </a:r>
          </a:p>
          <a:p>
            <a:r>
              <a:rPr dirty="0"/>
              <a:t>3. </a:t>
            </a:r>
            <a:r>
              <a:rPr lang="en-US" dirty="0"/>
              <a:t>Insights from the Dashboard</a:t>
            </a:r>
            <a:r>
              <a:rPr dirty="0"/>
              <a:t>:</a:t>
            </a:r>
            <a:endParaRPr lang="en-US" dirty="0"/>
          </a:p>
          <a:p>
            <a:pPr marL="0" indent="0">
              <a:buNone/>
            </a:pPr>
            <a:r>
              <a:rPr lang="en-IN" dirty="0"/>
              <a:t>	</a:t>
            </a:r>
            <a:r>
              <a:rPr dirty="0"/>
              <a:t> Trends and patterns identified using </a:t>
            </a:r>
            <a:r>
              <a:rPr lang="en-US" dirty="0"/>
              <a:t>power bi.</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3004B-8885-EA5F-2F49-E6EC905F9771}"/>
              </a:ext>
            </a:extLst>
          </p:cNvPr>
          <p:cNvSpPr>
            <a:spLocks noGrp="1"/>
          </p:cNvSpPr>
          <p:nvPr>
            <p:ph type="title"/>
          </p:nvPr>
        </p:nvSpPr>
        <p:spPr>
          <a:xfrm>
            <a:off x="1945201" y="624110"/>
            <a:ext cx="6589199" cy="788130"/>
          </a:xfrm>
        </p:spPr>
        <p:txBody>
          <a:bodyPr/>
          <a:lstStyle/>
          <a:p>
            <a:r>
              <a:rPr lang="en-US" b="1" dirty="0"/>
              <a:t>1. Data Preparation</a:t>
            </a:r>
          </a:p>
        </p:txBody>
      </p:sp>
      <p:sp>
        <p:nvSpPr>
          <p:cNvPr id="3" name="Content Placeholder 2">
            <a:extLst>
              <a:ext uri="{FF2B5EF4-FFF2-40B4-BE49-F238E27FC236}">
                <a16:creationId xmlns:a16="http://schemas.microsoft.com/office/drawing/2014/main" id="{4ECC76AC-4963-9241-FFF0-8DD4D918271F}"/>
              </a:ext>
            </a:extLst>
          </p:cNvPr>
          <p:cNvSpPr>
            <a:spLocks noGrp="1"/>
          </p:cNvSpPr>
          <p:nvPr>
            <p:ph idx="1"/>
          </p:nvPr>
        </p:nvSpPr>
        <p:spPr/>
        <p:txBody>
          <a:bodyPr/>
          <a:lstStyle/>
          <a:p>
            <a:r>
              <a:rPr lang="en-US" dirty="0"/>
              <a:t>First of all identify the missing values then remove that after remove unwanted characters and empty spaces like (&amp;,$,-,/).</a:t>
            </a:r>
          </a:p>
          <a:p>
            <a:r>
              <a:rPr lang="en-US" dirty="0"/>
              <a:t>Order date, birthday, open date and date columns are change the datetime format.</a:t>
            </a:r>
          </a:p>
          <a:p>
            <a:r>
              <a:rPr lang="en-US" dirty="0"/>
              <a:t>The feature engineering steps extract the hidden insights that’s very useful for analysis. So I  created age column from the birthday column that represented the customer age.</a:t>
            </a:r>
          </a:p>
        </p:txBody>
      </p:sp>
    </p:spTree>
    <p:extLst>
      <p:ext uri="{BB962C8B-B14F-4D97-AF65-F5344CB8AC3E}">
        <p14:creationId xmlns:p14="http://schemas.microsoft.com/office/powerpoint/2010/main" val="21497722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3EFC60-37C5-86DF-67CD-3ADBD9720F21}"/>
              </a:ext>
            </a:extLst>
          </p:cNvPr>
          <p:cNvSpPr>
            <a:spLocks noGrp="1"/>
          </p:cNvSpPr>
          <p:nvPr>
            <p:ph type="title"/>
          </p:nvPr>
        </p:nvSpPr>
        <p:spPr>
          <a:xfrm>
            <a:off x="1945201" y="624110"/>
            <a:ext cx="6589199" cy="686530"/>
          </a:xfrm>
        </p:spPr>
        <p:txBody>
          <a:bodyPr>
            <a:normAutofit fontScale="90000"/>
          </a:bodyPr>
          <a:lstStyle/>
          <a:p>
            <a:r>
              <a:rPr lang="en-US" b="1" dirty="0"/>
              <a:t>2. EXPLORATORY DATA ANALYSIS (EDA)</a:t>
            </a:r>
          </a:p>
        </p:txBody>
      </p:sp>
      <p:sp>
        <p:nvSpPr>
          <p:cNvPr id="3" name="Content Placeholder 2">
            <a:extLst>
              <a:ext uri="{FF2B5EF4-FFF2-40B4-BE49-F238E27FC236}">
                <a16:creationId xmlns:a16="http://schemas.microsoft.com/office/drawing/2014/main" id="{F1D934BE-8ECD-284C-07D9-2E183B403C73}"/>
              </a:ext>
            </a:extLst>
          </p:cNvPr>
          <p:cNvSpPr>
            <a:spLocks noGrp="1"/>
          </p:cNvSpPr>
          <p:nvPr>
            <p:ph idx="1"/>
          </p:nvPr>
        </p:nvSpPr>
        <p:spPr/>
        <p:txBody>
          <a:bodyPr/>
          <a:lstStyle/>
          <a:p>
            <a:r>
              <a:rPr lang="en-US" dirty="0"/>
              <a:t>First of all I analyze the gender distribution. That steps easy to understand the age group and gender.</a:t>
            </a:r>
          </a:p>
          <a:p>
            <a:r>
              <a:rPr lang="en-US" dirty="0"/>
              <a:t>Then identify the average order value, top 10 preferred product, total sales based on different age group.</a:t>
            </a:r>
          </a:p>
          <a:p>
            <a:r>
              <a:rPr lang="en-US" dirty="0"/>
              <a:t>Identify the overall sales performance on over time period, top 10 product sales bases on quantity wise, top 10 revenue generated product, sales wise store, currency wise sales and more…</a:t>
            </a:r>
          </a:p>
          <a:p>
            <a:r>
              <a:rPr lang="en-US" dirty="0"/>
              <a:t>These all  steps are very useful for business growth.</a:t>
            </a:r>
          </a:p>
          <a:p>
            <a:endParaRPr lang="en-US" dirty="0"/>
          </a:p>
        </p:txBody>
      </p:sp>
    </p:spTree>
    <p:extLst>
      <p:ext uri="{BB962C8B-B14F-4D97-AF65-F5344CB8AC3E}">
        <p14:creationId xmlns:p14="http://schemas.microsoft.com/office/powerpoint/2010/main" val="17996523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847D3502-15D7-40E3-8799-AADA72E46B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p:cNvSpPr>
            <a:spLocks noGrp="1"/>
          </p:cNvSpPr>
          <p:nvPr>
            <p:ph type="title"/>
          </p:nvPr>
        </p:nvSpPr>
        <p:spPr>
          <a:xfrm>
            <a:off x="4941495" y="1334419"/>
            <a:ext cx="3711456" cy="707495"/>
          </a:xfrm>
        </p:spPr>
        <p:txBody>
          <a:bodyPr>
            <a:noAutofit/>
          </a:bodyPr>
          <a:lstStyle/>
          <a:p>
            <a:r>
              <a:rPr lang="en-US" sz="2400" dirty="0"/>
              <a:t>Identify the highest sales on Category wise</a:t>
            </a:r>
            <a:endParaRPr sz="2400" dirty="0"/>
          </a:p>
        </p:txBody>
      </p:sp>
      <p:sp>
        <p:nvSpPr>
          <p:cNvPr id="21" name="Rectangle 20">
            <a:extLst>
              <a:ext uri="{FF2B5EF4-FFF2-40B4-BE49-F238E27FC236}">
                <a16:creationId xmlns:a16="http://schemas.microsoft.com/office/drawing/2014/main" id="{A84DC666-97B4-4AC4-9916-A1936C2F6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716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Freeform 43">
            <a:extLst>
              <a:ext uri="{FF2B5EF4-FFF2-40B4-BE49-F238E27FC236}">
                <a16:creationId xmlns:a16="http://schemas.microsoft.com/office/drawing/2014/main" id="{4EEFCCD7-9BFF-47EA-9C91-94E380FD80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37160" y="6061223"/>
            <a:ext cx="641367" cy="506277"/>
          </a:xfrm>
          <a:custGeom>
            <a:avLst/>
            <a:gdLst>
              <a:gd name="connsiteX0" fmla="*/ 0 w 855156"/>
              <a:gd name="connsiteY0" fmla="*/ 506277 h 506277"/>
              <a:gd name="connsiteX1" fmla="*/ 509169 w 855156"/>
              <a:gd name="connsiteY1" fmla="*/ 505572 h 506277"/>
              <a:gd name="connsiteX2" fmla="*/ 599864 w 855156"/>
              <a:gd name="connsiteY2" fmla="*/ 505572 h 506277"/>
              <a:gd name="connsiteX3" fmla="*/ 614121 w 855156"/>
              <a:gd name="connsiteY3" fmla="*/ 500804 h 506277"/>
              <a:gd name="connsiteX4" fmla="*/ 619102 w 855156"/>
              <a:gd name="connsiteY4" fmla="*/ 496035 h 506277"/>
              <a:gd name="connsiteX5" fmla="*/ 848071 w 855156"/>
              <a:gd name="connsiteY5" fmla="*/ 267092 h 506277"/>
              <a:gd name="connsiteX6" fmla="*/ 848071 w 855156"/>
              <a:gd name="connsiteY6" fmla="*/ 238480 h 506277"/>
              <a:gd name="connsiteX7" fmla="*/ 619102 w 855156"/>
              <a:gd name="connsiteY7" fmla="*/ 9537 h 506277"/>
              <a:gd name="connsiteX8" fmla="*/ 614121 w 855156"/>
              <a:gd name="connsiteY8" fmla="*/ 4769 h 506277"/>
              <a:gd name="connsiteX9" fmla="*/ 599864 w 855156"/>
              <a:gd name="connsiteY9" fmla="*/ 0 h 506277"/>
              <a:gd name="connsiteX10" fmla="*/ 509169 w 855156"/>
              <a:gd name="connsiteY10" fmla="*/ 0 h 506277"/>
              <a:gd name="connsiteX11" fmla="*/ 0 w 855156"/>
              <a:gd name="connsiteY11" fmla="*/ 144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55156" h="506277">
                <a:moveTo>
                  <a:pt x="0" y="506277"/>
                </a:moveTo>
                <a:lnTo>
                  <a:pt x="509169" y="505572"/>
                </a:lnTo>
                <a:lnTo>
                  <a:pt x="599864" y="505572"/>
                </a:lnTo>
                <a:cubicBezTo>
                  <a:pt x="604673" y="505572"/>
                  <a:pt x="609483" y="500804"/>
                  <a:pt x="614121" y="500804"/>
                </a:cubicBezTo>
                <a:cubicBezTo>
                  <a:pt x="614121" y="496035"/>
                  <a:pt x="619102" y="496035"/>
                  <a:pt x="619102" y="496035"/>
                </a:cubicBezTo>
                <a:lnTo>
                  <a:pt x="848071" y="267092"/>
                </a:lnTo>
                <a:cubicBezTo>
                  <a:pt x="857518" y="257555"/>
                  <a:pt x="857518" y="248018"/>
                  <a:pt x="848071" y="238480"/>
                </a:cubicBezTo>
                <a:lnTo>
                  <a:pt x="619102" y="9537"/>
                </a:lnTo>
                <a:cubicBezTo>
                  <a:pt x="617556" y="7914"/>
                  <a:pt x="615667" y="6392"/>
                  <a:pt x="614121" y="4769"/>
                </a:cubicBezTo>
                <a:cubicBezTo>
                  <a:pt x="609483" y="0"/>
                  <a:pt x="604673" y="0"/>
                  <a:pt x="599864" y="0"/>
                </a:cubicBezTo>
                <a:lnTo>
                  <a:pt x="509169" y="0"/>
                </a:lnTo>
                <a:lnTo>
                  <a:pt x="0" y="1447"/>
                </a:lnTo>
                <a:close/>
              </a:path>
            </a:pathLst>
          </a:custGeom>
          <a:solidFill>
            <a:schemeClr val="accent1"/>
          </a:solidFill>
          <a:ln>
            <a:noFill/>
          </a:ln>
        </p:spPr>
        <p:txBody>
          <a:bodyPr/>
          <a:lstStyle/>
          <a:p>
            <a:endParaRPr lang="en-US"/>
          </a:p>
        </p:txBody>
      </p:sp>
      <p:sp>
        <p:nvSpPr>
          <p:cNvPr id="8" name="TextBox 7">
            <a:extLst>
              <a:ext uri="{FF2B5EF4-FFF2-40B4-BE49-F238E27FC236}">
                <a16:creationId xmlns:a16="http://schemas.microsoft.com/office/drawing/2014/main" id="{31CF64CD-0D54-052D-4F65-397FF701F63B}"/>
              </a:ext>
            </a:extLst>
          </p:cNvPr>
          <p:cNvSpPr txBox="1"/>
          <p:nvPr/>
        </p:nvSpPr>
        <p:spPr>
          <a:xfrm>
            <a:off x="325208" y="1334419"/>
            <a:ext cx="3745348" cy="830997"/>
          </a:xfrm>
          <a:prstGeom prst="rect">
            <a:avLst/>
          </a:prstGeom>
          <a:noFill/>
        </p:spPr>
        <p:txBody>
          <a:bodyPr wrap="square" rtlCol="0">
            <a:spAutoFit/>
          </a:bodyPr>
          <a:lstStyle/>
          <a:p>
            <a:r>
              <a:rPr lang="en-US" sz="2400" dirty="0"/>
              <a:t>Highest profit generated country</a:t>
            </a:r>
          </a:p>
        </p:txBody>
      </p:sp>
      <p:pic>
        <p:nvPicPr>
          <p:cNvPr id="10" name="Picture 9" descr="A pie chart with numbers and a diagram&#10;&#10;AI-generated content may be incorrect.">
            <a:extLst>
              <a:ext uri="{FF2B5EF4-FFF2-40B4-BE49-F238E27FC236}">
                <a16:creationId xmlns:a16="http://schemas.microsoft.com/office/drawing/2014/main" id="{D49E7F51-232B-6969-8C63-D8C365CF20A3}"/>
              </a:ext>
            </a:extLst>
          </p:cNvPr>
          <p:cNvPicPr>
            <a:picLocks noChangeAspect="1"/>
          </p:cNvPicPr>
          <p:nvPr/>
        </p:nvPicPr>
        <p:blipFill>
          <a:blip r:embed="rId2"/>
          <a:stretch>
            <a:fillRect/>
          </a:stretch>
        </p:blipFill>
        <p:spPr>
          <a:xfrm>
            <a:off x="4570857" y="2478878"/>
            <a:ext cx="4452733" cy="3129952"/>
          </a:xfrm>
          <a:prstGeom prst="rect">
            <a:avLst/>
          </a:prstGeom>
        </p:spPr>
      </p:pic>
      <p:pic>
        <p:nvPicPr>
          <p:cNvPr id="12" name="Picture 11">
            <a:extLst>
              <a:ext uri="{FF2B5EF4-FFF2-40B4-BE49-F238E27FC236}">
                <a16:creationId xmlns:a16="http://schemas.microsoft.com/office/drawing/2014/main" id="{C3576AF1-7EBC-B0ED-817D-5CE564307BD2}"/>
              </a:ext>
            </a:extLst>
          </p:cNvPr>
          <p:cNvPicPr>
            <a:picLocks noChangeAspect="1"/>
          </p:cNvPicPr>
          <p:nvPr/>
        </p:nvPicPr>
        <p:blipFill>
          <a:blip r:embed="rId3"/>
          <a:stretch>
            <a:fillRect/>
          </a:stretch>
        </p:blipFill>
        <p:spPr>
          <a:xfrm>
            <a:off x="325208" y="2478878"/>
            <a:ext cx="4130446" cy="3129952"/>
          </a:xfrm>
          <a:prstGeom prst="rect">
            <a:avLst/>
          </a:prstGeom>
        </p:spPr>
      </p:pic>
      <p:sp>
        <p:nvSpPr>
          <p:cNvPr id="13" name="Title 1"/>
          <p:cNvSpPr txBox="1">
            <a:spLocks/>
          </p:cNvSpPr>
          <p:nvPr/>
        </p:nvSpPr>
        <p:spPr>
          <a:xfrm>
            <a:off x="1474764" y="313462"/>
            <a:ext cx="7178187" cy="707495"/>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t>3.Insights from the Dashboard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47D3502-15D7-40E3-8799-AADA72E46B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2A59DC53-DDDA-199D-FA56-316D2287CD7A}"/>
              </a:ext>
            </a:extLst>
          </p:cNvPr>
          <p:cNvSpPr>
            <a:spLocks noGrp="1"/>
          </p:cNvSpPr>
          <p:nvPr>
            <p:ph type="title"/>
          </p:nvPr>
        </p:nvSpPr>
        <p:spPr>
          <a:xfrm>
            <a:off x="4680157" y="548968"/>
            <a:ext cx="4085082" cy="593759"/>
          </a:xfrm>
        </p:spPr>
        <p:txBody>
          <a:bodyPr>
            <a:noAutofit/>
          </a:bodyPr>
          <a:lstStyle/>
          <a:p>
            <a:r>
              <a:rPr lang="en-US" sz="2400" dirty="0"/>
              <a:t>Sum of total sales by currency code</a:t>
            </a:r>
            <a:br>
              <a:rPr lang="en-US" sz="2400" dirty="0"/>
            </a:br>
            <a:endParaRPr lang="en-US" sz="2400" dirty="0"/>
          </a:p>
        </p:txBody>
      </p:sp>
      <p:sp>
        <p:nvSpPr>
          <p:cNvPr id="12" name="Rectangle 11">
            <a:extLst>
              <a:ext uri="{FF2B5EF4-FFF2-40B4-BE49-F238E27FC236}">
                <a16:creationId xmlns:a16="http://schemas.microsoft.com/office/drawing/2014/main" id="{A84DC666-97B4-4AC4-9916-A1936C2F6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716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Freeform 43">
            <a:extLst>
              <a:ext uri="{FF2B5EF4-FFF2-40B4-BE49-F238E27FC236}">
                <a16:creationId xmlns:a16="http://schemas.microsoft.com/office/drawing/2014/main" id="{4EEFCCD7-9BFF-47EA-9C91-94E380FD80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37160" y="6061223"/>
            <a:ext cx="641367" cy="506277"/>
          </a:xfrm>
          <a:custGeom>
            <a:avLst/>
            <a:gdLst>
              <a:gd name="connsiteX0" fmla="*/ 0 w 855156"/>
              <a:gd name="connsiteY0" fmla="*/ 506277 h 506277"/>
              <a:gd name="connsiteX1" fmla="*/ 509169 w 855156"/>
              <a:gd name="connsiteY1" fmla="*/ 505572 h 506277"/>
              <a:gd name="connsiteX2" fmla="*/ 599864 w 855156"/>
              <a:gd name="connsiteY2" fmla="*/ 505572 h 506277"/>
              <a:gd name="connsiteX3" fmla="*/ 614121 w 855156"/>
              <a:gd name="connsiteY3" fmla="*/ 500804 h 506277"/>
              <a:gd name="connsiteX4" fmla="*/ 619102 w 855156"/>
              <a:gd name="connsiteY4" fmla="*/ 496035 h 506277"/>
              <a:gd name="connsiteX5" fmla="*/ 848071 w 855156"/>
              <a:gd name="connsiteY5" fmla="*/ 267092 h 506277"/>
              <a:gd name="connsiteX6" fmla="*/ 848071 w 855156"/>
              <a:gd name="connsiteY6" fmla="*/ 238480 h 506277"/>
              <a:gd name="connsiteX7" fmla="*/ 619102 w 855156"/>
              <a:gd name="connsiteY7" fmla="*/ 9537 h 506277"/>
              <a:gd name="connsiteX8" fmla="*/ 614121 w 855156"/>
              <a:gd name="connsiteY8" fmla="*/ 4769 h 506277"/>
              <a:gd name="connsiteX9" fmla="*/ 599864 w 855156"/>
              <a:gd name="connsiteY9" fmla="*/ 0 h 506277"/>
              <a:gd name="connsiteX10" fmla="*/ 509169 w 855156"/>
              <a:gd name="connsiteY10" fmla="*/ 0 h 506277"/>
              <a:gd name="connsiteX11" fmla="*/ 0 w 855156"/>
              <a:gd name="connsiteY11" fmla="*/ 144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55156" h="506277">
                <a:moveTo>
                  <a:pt x="0" y="506277"/>
                </a:moveTo>
                <a:lnTo>
                  <a:pt x="509169" y="505572"/>
                </a:lnTo>
                <a:lnTo>
                  <a:pt x="599864" y="505572"/>
                </a:lnTo>
                <a:cubicBezTo>
                  <a:pt x="604673" y="505572"/>
                  <a:pt x="609483" y="500804"/>
                  <a:pt x="614121" y="500804"/>
                </a:cubicBezTo>
                <a:cubicBezTo>
                  <a:pt x="614121" y="496035"/>
                  <a:pt x="619102" y="496035"/>
                  <a:pt x="619102" y="496035"/>
                </a:cubicBezTo>
                <a:lnTo>
                  <a:pt x="848071" y="267092"/>
                </a:lnTo>
                <a:cubicBezTo>
                  <a:pt x="857518" y="257555"/>
                  <a:pt x="857518" y="248018"/>
                  <a:pt x="848071" y="238480"/>
                </a:cubicBezTo>
                <a:lnTo>
                  <a:pt x="619102" y="9537"/>
                </a:lnTo>
                <a:cubicBezTo>
                  <a:pt x="617556" y="7914"/>
                  <a:pt x="615667" y="6392"/>
                  <a:pt x="614121" y="4769"/>
                </a:cubicBezTo>
                <a:cubicBezTo>
                  <a:pt x="609483" y="0"/>
                  <a:pt x="604673" y="0"/>
                  <a:pt x="599864" y="0"/>
                </a:cubicBezTo>
                <a:lnTo>
                  <a:pt x="509169" y="0"/>
                </a:lnTo>
                <a:lnTo>
                  <a:pt x="0" y="1447"/>
                </a:lnTo>
                <a:close/>
              </a:path>
            </a:pathLst>
          </a:custGeom>
          <a:solidFill>
            <a:schemeClr val="accent1"/>
          </a:solidFill>
          <a:ln>
            <a:noFill/>
          </a:ln>
        </p:spPr>
        <p:txBody>
          <a:bodyPr/>
          <a:lstStyle/>
          <a:p>
            <a:endParaRPr lang="en-US"/>
          </a:p>
        </p:txBody>
      </p:sp>
      <p:sp>
        <p:nvSpPr>
          <p:cNvPr id="11" name="TextBox 10">
            <a:extLst>
              <a:ext uri="{FF2B5EF4-FFF2-40B4-BE49-F238E27FC236}">
                <a16:creationId xmlns:a16="http://schemas.microsoft.com/office/drawing/2014/main" id="{3B2CE1F2-B58D-8026-33CA-F0448D9EB7DC}"/>
              </a:ext>
            </a:extLst>
          </p:cNvPr>
          <p:cNvSpPr txBox="1"/>
          <p:nvPr/>
        </p:nvSpPr>
        <p:spPr>
          <a:xfrm>
            <a:off x="854532" y="3810000"/>
            <a:ext cx="2838574" cy="830997"/>
          </a:xfrm>
          <a:prstGeom prst="rect">
            <a:avLst/>
          </a:prstGeom>
          <a:noFill/>
        </p:spPr>
        <p:txBody>
          <a:bodyPr wrap="square" rtlCol="0">
            <a:spAutoFit/>
          </a:bodyPr>
          <a:lstStyle/>
          <a:p>
            <a:r>
              <a:rPr lang="en-US" sz="2400" dirty="0"/>
              <a:t>Monthly wise quantity sold</a:t>
            </a:r>
          </a:p>
        </p:txBody>
      </p:sp>
      <p:pic>
        <p:nvPicPr>
          <p:cNvPr id="5" name="Picture 4" descr="A graph of a sales report">
            <a:extLst>
              <a:ext uri="{FF2B5EF4-FFF2-40B4-BE49-F238E27FC236}">
                <a16:creationId xmlns:a16="http://schemas.microsoft.com/office/drawing/2014/main" id="{2E43EEEF-CC83-C6D7-04B8-221B027A091A}"/>
              </a:ext>
            </a:extLst>
          </p:cNvPr>
          <p:cNvPicPr>
            <a:picLocks noChangeAspect="1"/>
          </p:cNvPicPr>
          <p:nvPr/>
        </p:nvPicPr>
        <p:blipFill>
          <a:blip r:embed="rId2"/>
          <a:stretch>
            <a:fillRect/>
          </a:stretch>
        </p:blipFill>
        <p:spPr>
          <a:xfrm>
            <a:off x="378761" y="143457"/>
            <a:ext cx="3790116" cy="2937340"/>
          </a:xfrm>
          <a:prstGeom prst="rect">
            <a:avLst/>
          </a:prstGeom>
        </p:spPr>
      </p:pic>
      <p:pic>
        <p:nvPicPr>
          <p:cNvPr id="8" name="Picture 7" descr="A green line graph with white text&#10;&#10;AI-generated content may be incorrect.">
            <a:extLst>
              <a:ext uri="{FF2B5EF4-FFF2-40B4-BE49-F238E27FC236}">
                <a16:creationId xmlns:a16="http://schemas.microsoft.com/office/drawing/2014/main" id="{461F956F-861A-9490-866F-8A8794AC0CF0}"/>
              </a:ext>
            </a:extLst>
          </p:cNvPr>
          <p:cNvPicPr>
            <a:picLocks noChangeAspect="1"/>
          </p:cNvPicPr>
          <p:nvPr/>
        </p:nvPicPr>
        <p:blipFill>
          <a:blip r:embed="rId3"/>
          <a:stretch>
            <a:fillRect/>
          </a:stretch>
        </p:blipFill>
        <p:spPr>
          <a:xfrm>
            <a:off x="4168877" y="3224254"/>
            <a:ext cx="4532016" cy="2959684"/>
          </a:xfrm>
          <a:prstGeom prst="rect">
            <a:avLst/>
          </a:prstGeom>
        </p:spPr>
      </p:pic>
    </p:spTree>
    <p:extLst>
      <p:ext uri="{BB962C8B-B14F-4D97-AF65-F5344CB8AC3E}">
        <p14:creationId xmlns:p14="http://schemas.microsoft.com/office/powerpoint/2010/main" val="357180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847D3502-15D7-40E3-8799-AADA72E46B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C965B797-D715-3310-2B85-AAC78D820D73}"/>
              </a:ext>
            </a:extLst>
          </p:cNvPr>
          <p:cNvSpPr>
            <a:spLocks noGrp="1"/>
          </p:cNvSpPr>
          <p:nvPr>
            <p:ph type="title"/>
          </p:nvPr>
        </p:nvSpPr>
        <p:spPr>
          <a:xfrm>
            <a:off x="137160" y="414850"/>
            <a:ext cx="8722360" cy="665547"/>
          </a:xfrm>
        </p:spPr>
        <p:txBody>
          <a:bodyPr>
            <a:noAutofit/>
          </a:bodyPr>
          <a:lstStyle/>
          <a:p>
            <a:r>
              <a:rPr lang="en-US" sz="2400" dirty="0"/>
              <a:t>Subcategory wise sales, total profit, total sales, total customers, unit cost inn USD and country wise total sales</a:t>
            </a:r>
          </a:p>
        </p:txBody>
      </p:sp>
      <p:sp>
        <p:nvSpPr>
          <p:cNvPr id="21" name="Rectangle 20">
            <a:extLst>
              <a:ext uri="{FF2B5EF4-FFF2-40B4-BE49-F238E27FC236}">
                <a16:creationId xmlns:a16="http://schemas.microsoft.com/office/drawing/2014/main" id="{A84DC666-97B4-4AC4-9916-A1936C2F6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716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Freeform 43">
            <a:extLst>
              <a:ext uri="{FF2B5EF4-FFF2-40B4-BE49-F238E27FC236}">
                <a16:creationId xmlns:a16="http://schemas.microsoft.com/office/drawing/2014/main" id="{4EEFCCD7-9BFF-47EA-9C91-94E380FD80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37160" y="6061223"/>
            <a:ext cx="641367" cy="506277"/>
          </a:xfrm>
          <a:custGeom>
            <a:avLst/>
            <a:gdLst>
              <a:gd name="connsiteX0" fmla="*/ 0 w 855156"/>
              <a:gd name="connsiteY0" fmla="*/ 506277 h 506277"/>
              <a:gd name="connsiteX1" fmla="*/ 509169 w 855156"/>
              <a:gd name="connsiteY1" fmla="*/ 505572 h 506277"/>
              <a:gd name="connsiteX2" fmla="*/ 599864 w 855156"/>
              <a:gd name="connsiteY2" fmla="*/ 505572 h 506277"/>
              <a:gd name="connsiteX3" fmla="*/ 614121 w 855156"/>
              <a:gd name="connsiteY3" fmla="*/ 500804 h 506277"/>
              <a:gd name="connsiteX4" fmla="*/ 619102 w 855156"/>
              <a:gd name="connsiteY4" fmla="*/ 496035 h 506277"/>
              <a:gd name="connsiteX5" fmla="*/ 848071 w 855156"/>
              <a:gd name="connsiteY5" fmla="*/ 267092 h 506277"/>
              <a:gd name="connsiteX6" fmla="*/ 848071 w 855156"/>
              <a:gd name="connsiteY6" fmla="*/ 238480 h 506277"/>
              <a:gd name="connsiteX7" fmla="*/ 619102 w 855156"/>
              <a:gd name="connsiteY7" fmla="*/ 9537 h 506277"/>
              <a:gd name="connsiteX8" fmla="*/ 614121 w 855156"/>
              <a:gd name="connsiteY8" fmla="*/ 4769 h 506277"/>
              <a:gd name="connsiteX9" fmla="*/ 599864 w 855156"/>
              <a:gd name="connsiteY9" fmla="*/ 0 h 506277"/>
              <a:gd name="connsiteX10" fmla="*/ 509169 w 855156"/>
              <a:gd name="connsiteY10" fmla="*/ 0 h 506277"/>
              <a:gd name="connsiteX11" fmla="*/ 0 w 855156"/>
              <a:gd name="connsiteY11" fmla="*/ 144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55156" h="506277">
                <a:moveTo>
                  <a:pt x="0" y="506277"/>
                </a:moveTo>
                <a:lnTo>
                  <a:pt x="509169" y="505572"/>
                </a:lnTo>
                <a:lnTo>
                  <a:pt x="599864" y="505572"/>
                </a:lnTo>
                <a:cubicBezTo>
                  <a:pt x="604673" y="505572"/>
                  <a:pt x="609483" y="500804"/>
                  <a:pt x="614121" y="500804"/>
                </a:cubicBezTo>
                <a:cubicBezTo>
                  <a:pt x="614121" y="496035"/>
                  <a:pt x="619102" y="496035"/>
                  <a:pt x="619102" y="496035"/>
                </a:cubicBezTo>
                <a:lnTo>
                  <a:pt x="848071" y="267092"/>
                </a:lnTo>
                <a:cubicBezTo>
                  <a:pt x="857518" y="257555"/>
                  <a:pt x="857518" y="248018"/>
                  <a:pt x="848071" y="238480"/>
                </a:cubicBezTo>
                <a:lnTo>
                  <a:pt x="619102" y="9537"/>
                </a:lnTo>
                <a:cubicBezTo>
                  <a:pt x="617556" y="7914"/>
                  <a:pt x="615667" y="6392"/>
                  <a:pt x="614121" y="4769"/>
                </a:cubicBezTo>
                <a:cubicBezTo>
                  <a:pt x="609483" y="0"/>
                  <a:pt x="604673" y="0"/>
                  <a:pt x="599864" y="0"/>
                </a:cubicBezTo>
                <a:lnTo>
                  <a:pt x="509169" y="0"/>
                </a:lnTo>
                <a:lnTo>
                  <a:pt x="0" y="1447"/>
                </a:lnTo>
                <a:close/>
              </a:path>
            </a:pathLst>
          </a:custGeom>
          <a:solidFill>
            <a:schemeClr val="accent1"/>
          </a:solidFill>
          <a:ln>
            <a:noFill/>
          </a:ln>
        </p:spPr>
        <p:txBody>
          <a:bodyPr/>
          <a:lstStyle/>
          <a:p>
            <a:endParaRPr lang="en-US"/>
          </a:p>
        </p:txBody>
      </p:sp>
      <p:pic>
        <p:nvPicPr>
          <p:cNvPr id="6" name="Picture 5">
            <a:extLst>
              <a:ext uri="{FF2B5EF4-FFF2-40B4-BE49-F238E27FC236}">
                <a16:creationId xmlns:a16="http://schemas.microsoft.com/office/drawing/2014/main" id="{81380387-6355-7518-2404-F4C79927D98D}"/>
              </a:ext>
            </a:extLst>
          </p:cNvPr>
          <p:cNvPicPr>
            <a:picLocks noChangeAspect="1"/>
          </p:cNvPicPr>
          <p:nvPr/>
        </p:nvPicPr>
        <p:blipFill>
          <a:blip r:embed="rId2"/>
          <a:stretch>
            <a:fillRect/>
          </a:stretch>
        </p:blipFill>
        <p:spPr>
          <a:xfrm>
            <a:off x="5091932" y="3091147"/>
            <a:ext cx="3914908" cy="3479919"/>
          </a:xfrm>
          <a:prstGeom prst="rect">
            <a:avLst/>
          </a:prstGeom>
        </p:spPr>
      </p:pic>
      <p:pic>
        <p:nvPicPr>
          <p:cNvPr id="8" name="Picture 7">
            <a:extLst>
              <a:ext uri="{FF2B5EF4-FFF2-40B4-BE49-F238E27FC236}">
                <a16:creationId xmlns:a16="http://schemas.microsoft.com/office/drawing/2014/main" id="{A8C041E9-7E82-A3F7-0E98-EB7F7A04A565}"/>
              </a:ext>
            </a:extLst>
          </p:cNvPr>
          <p:cNvPicPr>
            <a:picLocks noChangeAspect="1"/>
          </p:cNvPicPr>
          <p:nvPr/>
        </p:nvPicPr>
        <p:blipFill>
          <a:blip r:embed="rId3"/>
          <a:stretch>
            <a:fillRect/>
          </a:stretch>
        </p:blipFill>
        <p:spPr>
          <a:xfrm>
            <a:off x="2645252" y="1741564"/>
            <a:ext cx="1205588" cy="1171386"/>
          </a:xfrm>
          <a:prstGeom prst="rect">
            <a:avLst/>
          </a:prstGeom>
        </p:spPr>
      </p:pic>
      <p:pic>
        <p:nvPicPr>
          <p:cNvPr id="11" name="Picture 10">
            <a:extLst>
              <a:ext uri="{FF2B5EF4-FFF2-40B4-BE49-F238E27FC236}">
                <a16:creationId xmlns:a16="http://schemas.microsoft.com/office/drawing/2014/main" id="{8054F00F-A8AB-37CF-C397-CDB1FC9E6E74}"/>
              </a:ext>
            </a:extLst>
          </p:cNvPr>
          <p:cNvPicPr>
            <a:picLocks noChangeAspect="1"/>
          </p:cNvPicPr>
          <p:nvPr/>
        </p:nvPicPr>
        <p:blipFill>
          <a:blip r:embed="rId4"/>
          <a:stretch>
            <a:fillRect/>
          </a:stretch>
        </p:blipFill>
        <p:spPr>
          <a:xfrm>
            <a:off x="6835994" y="1725313"/>
            <a:ext cx="1197037" cy="1171386"/>
          </a:xfrm>
          <a:prstGeom prst="rect">
            <a:avLst/>
          </a:prstGeom>
        </p:spPr>
      </p:pic>
      <p:pic>
        <p:nvPicPr>
          <p:cNvPr id="13" name="Picture 12" descr="A close up of a price tag&#10;&#10;AI-generated content may be incorrect.">
            <a:extLst>
              <a:ext uri="{FF2B5EF4-FFF2-40B4-BE49-F238E27FC236}">
                <a16:creationId xmlns:a16="http://schemas.microsoft.com/office/drawing/2014/main" id="{9A8DA121-0AF8-8543-C010-F80F621EE7B4}"/>
              </a:ext>
            </a:extLst>
          </p:cNvPr>
          <p:cNvPicPr>
            <a:picLocks noChangeAspect="1"/>
          </p:cNvPicPr>
          <p:nvPr/>
        </p:nvPicPr>
        <p:blipFill>
          <a:blip r:embed="rId5"/>
          <a:stretch>
            <a:fillRect/>
          </a:stretch>
        </p:blipFill>
        <p:spPr>
          <a:xfrm>
            <a:off x="4338230" y="1899097"/>
            <a:ext cx="1818040" cy="1013853"/>
          </a:xfrm>
          <a:prstGeom prst="rect">
            <a:avLst/>
          </a:prstGeom>
        </p:spPr>
      </p:pic>
      <p:pic>
        <p:nvPicPr>
          <p:cNvPr id="15" name="Picture 14">
            <a:extLst>
              <a:ext uri="{FF2B5EF4-FFF2-40B4-BE49-F238E27FC236}">
                <a16:creationId xmlns:a16="http://schemas.microsoft.com/office/drawing/2014/main" id="{9EDBA592-5828-5DA8-C0C1-EAECD9827CE4}"/>
              </a:ext>
            </a:extLst>
          </p:cNvPr>
          <p:cNvPicPr>
            <a:picLocks noChangeAspect="1"/>
          </p:cNvPicPr>
          <p:nvPr/>
        </p:nvPicPr>
        <p:blipFill>
          <a:blip r:embed="rId6"/>
          <a:stretch>
            <a:fillRect/>
          </a:stretch>
        </p:blipFill>
        <p:spPr>
          <a:xfrm>
            <a:off x="457843" y="1955379"/>
            <a:ext cx="1818040" cy="941320"/>
          </a:xfrm>
          <a:prstGeom prst="rect">
            <a:avLst/>
          </a:prstGeom>
        </p:spPr>
      </p:pic>
      <p:pic>
        <p:nvPicPr>
          <p:cNvPr id="17" name="Picture 16">
            <a:extLst>
              <a:ext uri="{FF2B5EF4-FFF2-40B4-BE49-F238E27FC236}">
                <a16:creationId xmlns:a16="http://schemas.microsoft.com/office/drawing/2014/main" id="{D08B8D04-007F-FA05-574D-F3E14277BEB9}"/>
              </a:ext>
            </a:extLst>
          </p:cNvPr>
          <p:cNvPicPr>
            <a:picLocks noChangeAspect="1"/>
          </p:cNvPicPr>
          <p:nvPr/>
        </p:nvPicPr>
        <p:blipFill>
          <a:blip r:embed="rId7"/>
          <a:stretch>
            <a:fillRect/>
          </a:stretch>
        </p:blipFill>
        <p:spPr>
          <a:xfrm>
            <a:off x="336166" y="3091147"/>
            <a:ext cx="4556760" cy="3458170"/>
          </a:xfrm>
          <a:prstGeom prst="rect">
            <a:avLst/>
          </a:prstGeom>
        </p:spPr>
      </p:pic>
    </p:spTree>
    <p:extLst>
      <p:ext uri="{BB962C8B-B14F-4D97-AF65-F5344CB8AC3E}">
        <p14:creationId xmlns:p14="http://schemas.microsoft.com/office/powerpoint/2010/main" val="20795104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21" name="Rectangle 120">
            <a:extLst>
              <a:ext uri="{FF2B5EF4-FFF2-40B4-BE49-F238E27FC236}">
                <a16:creationId xmlns:a16="http://schemas.microsoft.com/office/drawing/2014/main" id="{C7C71D87-3F49-4BCF-A883-F707E8BF00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15" y="-1"/>
            <a:ext cx="915543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D5C79D39-DDAC-4A1A-6A48-6A4E199C7242}"/>
              </a:ext>
            </a:extLst>
          </p:cNvPr>
          <p:cNvSpPr>
            <a:spLocks noGrp="1"/>
          </p:cNvSpPr>
          <p:nvPr>
            <p:ph type="title"/>
          </p:nvPr>
        </p:nvSpPr>
        <p:spPr>
          <a:xfrm>
            <a:off x="3571875" y="624110"/>
            <a:ext cx="5056584" cy="1280890"/>
          </a:xfrm>
        </p:spPr>
        <p:txBody>
          <a:bodyPr>
            <a:normAutofit/>
          </a:bodyPr>
          <a:lstStyle/>
          <a:p>
            <a:r>
              <a:rPr lang="en-US"/>
              <a:t>Recommendations</a:t>
            </a:r>
          </a:p>
        </p:txBody>
      </p:sp>
      <p:sp>
        <p:nvSpPr>
          <p:cNvPr id="122" name="Freeform 11">
            <a:extLst>
              <a:ext uri="{FF2B5EF4-FFF2-40B4-BE49-F238E27FC236}">
                <a16:creationId xmlns:a16="http://schemas.microsoft.com/office/drawing/2014/main" id="{F9E52235-B88C-4D77-984C-A7C57CA786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2301105" y="714375"/>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pic>
        <p:nvPicPr>
          <p:cNvPr id="65" name="Picture 64" descr="Calculator, pen, compass, money and a paper with graphs printed on it">
            <a:extLst>
              <a:ext uri="{FF2B5EF4-FFF2-40B4-BE49-F238E27FC236}">
                <a16:creationId xmlns:a16="http://schemas.microsoft.com/office/drawing/2014/main" id="{51495E6E-D26D-0061-5010-4B8349C47FF6}"/>
              </a:ext>
            </a:extLst>
          </p:cNvPr>
          <p:cNvPicPr>
            <a:picLocks noChangeAspect="1"/>
          </p:cNvPicPr>
          <p:nvPr/>
        </p:nvPicPr>
        <p:blipFill>
          <a:blip r:embed="rId2"/>
          <a:srcRect l="41532" r="38105" b="-2"/>
          <a:stretch/>
        </p:blipFill>
        <p:spPr>
          <a:xfrm>
            <a:off x="20" y="1730"/>
            <a:ext cx="2317849" cy="6858000"/>
          </a:xfrm>
          <a:prstGeom prst="rect">
            <a:avLst/>
          </a:prstGeom>
        </p:spPr>
      </p:pic>
      <p:sp>
        <p:nvSpPr>
          <p:cNvPr id="123" name="Content Placeholder 2">
            <a:extLst>
              <a:ext uri="{FF2B5EF4-FFF2-40B4-BE49-F238E27FC236}">
                <a16:creationId xmlns:a16="http://schemas.microsoft.com/office/drawing/2014/main" id="{AB2312C3-4985-36BD-71F8-4926AEB43683}"/>
              </a:ext>
            </a:extLst>
          </p:cNvPr>
          <p:cNvSpPr>
            <a:spLocks noGrp="1"/>
          </p:cNvSpPr>
          <p:nvPr>
            <p:ph idx="1"/>
          </p:nvPr>
        </p:nvSpPr>
        <p:spPr>
          <a:xfrm>
            <a:off x="3571874" y="2133600"/>
            <a:ext cx="5056583" cy="3777622"/>
          </a:xfrm>
        </p:spPr>
        <p:txBody>
          <a:bodyPr>
            <a:normAutofit/>
          </a:bodyPr>
          <a:lstStyle/>
          <a:p>
            <a:pPr>
              <a:lnSpc>
                <a:spcPct val="90000"/>
              </a:lnSpc>
            </a:pPr>
            <a:r>
              <a:rPr lang="en-US" sz="1500"/>
              <a:t>Introduce loyalty programs or seasonal discounts to stimulate sales during off-peak seasons.</a:t>
            </a:r>
            <a:br>
              <a:rPr lang="en-US" sz="1500"/>
            </a:br>
            <a:endParaRPr lang="en-US" sz="1500"/>
          </a:p>
          <a:p>
            <a:pPr>
              <a:lnSpc>
                <a:spcPct val="90000"/>
              </a:lnSpc>
            </a:pPr>
            <a:r>
              <a:rPr lang="en-US" sz="1500"/>
              <a:t>To introduce combo offers on multiple category-related products such as fashion and electronic products.</a:t>
            </a:r>
          </a:p>
          <a:p>
            <a:pPr>
              <a:lnSpc>
                <a:spcPct val="90000"/>
              </a:lnSpc>
            </a:pPr>
            <a:r>
              <a:rPr lang="en-US" sz="1500"/>
              <a:t>Remember to provide customers with a coupon code for high-value purchases, as this can increase their continued purchase behaviour.</a:t>
            </a:r>
          </a:p>
          <a:p>
            <a:pPr>
              <a:lnSpc>
                <a:spcPct val="90000"/>
              </a:lnSpc>
            </a:pPr>
            <a:r>
              <a:rPr lang="en-US" sz="1500"/>
              <a:t>Launch targeted promotions or discounts based on previous purchases to enhance customer retention and loyalty.</a:t>
            </a:r>
          </a:p>
          <a:p>
            <a:pPr>
              <a:lnSpc>
                <a:spcPct val="90000"/>
              </a:lnSpc>
            </a:pPr>
            <a:r>
              <a:rPr lang="en-US" sz="1500"/>
              <a:t>Develop a targeted marketing campaign for the customer segment.</a:t>
            </a:r>
          </a:p>
          <a:p>
            <a:pPr>
              <a:lnSpc>
                <a:spcPct val="90000"/>
              </a:lnSpc>
            </a:pPr>
            <a:endParaRPr lang="en-US" sz="1500"/>
          </a:p>
        </p:txBody>
      </p:sp>
      <p:grpSp>
        <p:nvGrpSpPr>
          <p:cNvPr id="124" name="Group 123">
            <a:extLst>
              <a:ext uri="{FF2B5EF4-FFF2-40B4-BE49-F238E27FC236}">
                <a16:creationId xmlns:a16="http://schemas.microsoft.com/office/drawing/2014/main" id="{5552A84B-8851-405D-B8A8-7369A6BC699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301095" y="228600"/>
            <a:ext cx="2138628" cy="6638625"/>
            <a:chOff x="2487613" y="285750"/>
            <a:chExt cx="2428875" cy="5654676"/>
          </a:xfrm>
          <a:solidFill>
            <a:schemeClr val="accent1">
              <a:lumMod val="75000"/>
              <a:alpha val="40000"/>
            </a:schemeClr>
          </a:solidFill>
        </p:grpSpPr>
        <p:sp>
          <p:nvSpPr>
            <p:cNvPr id="125" name="Freeform 11">
              <a:extLst>
                <a:ext uri="{FF2B5EF4-FFF2-40B4-BE49-F238E27FC236}">
                  <a16:creationId xmlns:a16="http://schemas.microsoft.com/office/drawing/2014/main" id="{7432EB9C-3261-48B0-8C9E-BBAC8EC4B0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grpFill/>
            <a:ln>
              <a:noFill/>
            </a:ln>
          </p:spPr>
          <p:txBody>
            <a:bodyPr/>
            <a:lstStyle/>
            <a:p>
              <a:endParaRPr lang="en-US"/>
            </a:p>
          </p:txBody>
        </p:sp>
        <p:sp>
          <p:nvSpPr>
            <p:cNvPr id="126" name="Freeform 12">
              <a:extLst>
                <a:ext uri="{FF2B5EF4-FFF2-40B4-BE49-F238E27FC236}">
                  <a16:creationId xmlns:a16="http://schemas.microsoft.com/office/drawing/2014/main" id="{B34577BF-92CE-40E9-8424-AAAA86E19A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grpFill/>
            <a:ln>
              <a:noFill/>
            </a:ln>
          </p:spPr>
          <p:txBody>
            <a:bodyPr/>
            <a:lstStyle/>
            <a:p>
              <a:endParaRPr lang="en-US"/>
            </a:p>
          </p:txBody>
        </p:sp>
        <p:sp>
          <p:nvSpPr>
            <p:cNvPr id="127" name="Freeform 13">
              <a:extLst>
                <a:ext uri="{FF2B5EF4-FFF2-40B4-BE49-F238E27FC236}">
                  <a16:creationId xmlns:a16="http://schemas.microsoft.com/office/drawing/2014/main" id="{E59688BF-02B8-4177-9BFF-D9388FD18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grpFill/>
            <a:ln>
              <a:noFill/>
            </a:ln>
          </p:spPr>
          <p:txBody>
            <a:bodyPr/>
            <a:lstStyle/>
            <a:p>
              <a:endParaRPr lang="en-US"/>
            </a:p>
          </p:txBody>
        </p:sp>
        <p:sp>
          <p:nvSpPr>
            <p:cNvPr id="128" name="Freeform 14">
              <a:extLst>
                <a:ext uri="{FF2B5EF4-FFF2-40B4-BE49-F238E27FC236}">
                  <a16:creationId xmlns:a16="http://schemas.microsoft.com/office/drawing/2014/main" id="{7C1B48D5-4F38-4A42-A235-D150C8FB6F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grpFill/>
            <a:ln>
              <a:noFill/>
            </a:ln>
          </p:spPr>
          <p:txBody>
            <a:bodyPr/>
            <a:lstStyle/>
            <a:p>
              <a:endParaRPr lang="en-US"/>
            </a:p>
          </p:txBody>
        </p:sp>
        <p:sp>
          <p:nvSpPr>
            <p:cNvPr id="129" name="Freeform 15">
              <a:extLst>
                <a:ext uri="{FF2B5EF4-FFF2-40B4-BE49-F238E27FC236}">
                  <a16:creationId xmlns:a16="http://schemas.microsoft.com/office/drawing/2014/main" id="{D63EC166-228D-4475-A192-3B6C7889A0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grpFill/>
            <a:ln>
              <a:noFill/>
            </a:ln>
          </p:spPr>
          <p:txBody>
            <a:bodyPr/>
            <a:lstStyle/>
            <a:p>
              <a:endParaRPr lang="en-US"/>
            </a:p>
          </p:txBody>
        </p:sp>
        <p:sp>
          <p:nvSpPr>
            <p:cNvPr id="130" name="Freeform 16">
              <a:extLst>
                <a:ext uri="{FF2B5EF4-FFF2-40B4-BE49-F238E27FC236}">
                  <a16:creationId xmlns:a16="http://schemas.microsoft.com/office/drawing/2014/main" id="{87553E39-E427-4DBA-BD56-1229E1DAA6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grpFill/>
            <a:ln>
              <a:noFill/>
            </a:ln>
          </p:spPr>
          <p:txBody>
            <a:bodyPr/>
            <a:lstStyle/>
            <a:p>
              <a:endParaRPr lang="en-US"/>
            </a:p>
          </p:txBody>
        </p:sp>
        <p:sp>
          <p:nvSpPr>
            <p:cNvPr id="131" name="Freeform 17">
              <a:extLst>
                <a:ext uri="{FF2B5EF4-FFF2-40B4-BE49-F238E27FC236}">
                  <a16:creationId xmlns:a16="http://schemas.microsoft.com/office/drawing/2014/main" id="{58FBA27C-5954-4308-919A-DDB27AA10C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grpFill/>
            <a:ln>
              <a:noFill/>
            </a:ln>
          </p:spPr>
          <p:txBody>
            <a:bodyPr/>
            <a:lstStyle/>
            <a:p>
              <a:endParaRPr lang="en-US"/>
            </a:p>
          </p:txBody>
        </p:sp>
        <p:sp>
          <p:nvSpPr>
            <p:cNvPr id="132" name="Freeform 18">
              <a:extLst>
                <a:ext uri="{FF2B5EF4-FFF2-40B4-BE49-F238E27FC236}">
                  <a16:creationId xmlns:a16="http://schemas.microsoft.com/office/drawing/2014/main" id="{6F9D59A2-6EFA-4E70-BB51-4B2B80AF88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grpFill/>
            <a:ln>
              <a:noFill/>
            </a:ln>
          </p:spPr>
          <p:txBody>
            <a:bodyPr/>
            <a:lstStyle/>
            <a:p>
              <a:endParaRPr lang="en-US"/>
            </a:p>
          </p:txBody>
        </p:sp>
        <p:sp>
          <p:nvSpPr>
            <p:cNvPr id="133" name="Freeform 19">
              <a:extLst>
                <a:ext uri="{FF2B5EF4-FFF2-40B4-BE49-F238E27FC236}">
                  <a16:creationId xmlns:a16="http://schemas.microsoft.com/office/drawing/2014/main" id="{58722E97-1E37-4E07-BE1B-49F45712DA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grpFill/>
            <a:ln>
              <a:noFill/>
            </a:ln>
          </p:spPr>
          <p:txBody>
            <a:bodyPr/>
            <a:lstStyle/>
            <a:p>
              <a:endParaRPr lang="en-US"/>
            </a:p>
          </p:txBody>
        </p:sp>
        <p:sp>
          <p:nvSpPr>
            <p:cNvPr id="134" name="Freeform 20">
              <a:extLst>
                <a:ext uri="{FF2B5EF4-FFF2-40B4-BE49-F238E27FC236}">
                  <a16:creationId xmlns:a16="http://schemas.microsoft.com/office/drawing/2014/main" id="{4BA7D523-89CE-4552-822B-5D07C7E228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grpFill/>
            <a:ln>
              <a:noFill/>
            </a:ln>
          </p:spPr>
          <p:txBody>
            <a:bodyPr/>
            <a:lstStyle/>
            <a:p>
              <a:endParaRPr lang="en-US"/>
            </a:p>
          </p:txBody>
        </p:sp>
        <p:sp>
          <p:nvSpPr>
            <p:cNvPr id="135" name="Freeform 21">
              <a:extLst>
                <a:ext uri="{FF2B5EF4-FFF2-40B4-BE49-F238E27FC236}">
                  <a16:creationId xmlns:a16="http://schemas.microsoft.com/office/drawing/2014/main" id="{0805B698-70ED-418F-949A-15DA927EC3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grpFill/>
            <a:ln>
              <a:noFill/>
            </a:ln>
          </p:spPr>
          <p:txBody>
            <a:bodyPr/>
            <a:lstStyle/>
            <a:p>
              <a:endParaRPr lang="en-US"/>
            </a:p>
          </p:txBody>
        </p:sp>
        <p:sp>
          <p:nvSpPr>
            <p:cNvPr id="136" name="Freeform 22">
              <a:extLst>
                <a:ext uri="{FF2B5EF4-FFF2-40B4-BE49-F238E27FC236}">
                  <a16:creationId xmlns:a16="http://schemas.microsoft.com/office/drawing/2014/main" id="{2FC262F6-2F17-4FF9-976D-36430069AC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grpFill/>
            <a:ln>
              <a:noFill/>
            </a:ln>
          </p:spPr>
          <p:txBody>
            <a:bodyPr/>
            <a:lstStyle/>
            <a:p>
              <a:endParaRPr lang="en-US"/>
            </a:p>
          </p:txBody>
        </p:sp>
      </p:grpSp>
      <p:grpSp>
        <p:nvGrpSpPr>
          <p:cNvPr id="137" name="Group 136">
            <a:extLst>
              <a:ext uri="{FF2B5EF4-FFF2-40B4-BE49-F238E27FC236}">
                <a16:creationId xmlns:a16="http://schemas.microsoft.com/office/drawing/2014/main" id="{15C6759D-A316-44FB-BAA1-41A9BAEBDA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321517" y="-30"/>
            <a:ext cx="1767505" cy="6853284"/>
            <a:chOff x="6627813" y="195452"/>
            <a:chExt cx="1952625" cy="5678299"/>
          </a:xfrm>
          <a:solidFill>
            <a:schemeClr val="accent1"/>
          </a:solidFill>
        </p:grpSpPr>
        <p:sp>
          <p:nvSpPr>
            <p:cNvPr id="138" name="Freeform 27">
              <a:extLst>
                <a:ext uri="{FF2B5EF4-FFF2-40B4-BE49-F238E27FC236}">
                  <a16:creationId xmlns:a16="http://schemas.microsoft.com/office/drawing/2014/main" id="{2C99C3E8-2AA3-4F6B-9124-69B6BC78B4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5452"/>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grpFill/>
            <a:ln>
              <a:noFill/>
            </a:ln>
          </p:spPr>
          <p:txBody>
            <a:bodyPr/>
            <a:lstStyle/>
            <a:p>
              <a:endParaRPr lang="en-US"/>
            </a:p>
          </p:txBody>
        </p:sp>
        <p:sp>
          <p:nvSpPr>
            <p:cNvPr id="139" name="Freeform 28">
              <a:extLst>
                <a:ext uri="{FF2B5EF4-FFF2-40B4-BE49-F238E27FC236}">
                  <a16:creationId xmlns:a16="http://schemas.microsoft.com/office/drawing/2014/main" id="{83E8DD31-651B-493F-A510-08B8A67FF2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grpFill/>
            <a:ln>
              <a:noFill/>
            </a:ln>
          </p:spPr>
          <p:txBody>
            <a:bodyPr/>
            <a:lstStyle/>
            <a:p>
              <a:endParaRPr lang="en-US"/>
            </a:p>
          </p:txBody>
        </p:sp>
        <p:sp>
          <p:nvSpPr>
            <p:cNvPr id="140" name="Freeform 29">
              <a:extLst>
                <a:ext uri="{FF2B5EF4-FFF2-40B4-BE49-F238E27FC236}">
                  <a16:creationId xmlns:a16="http://schemas.microsoft.com/office/drawing/2014/main" id="{CF378E01-DE98-49C1-BA6A-CE9A12BE94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grpFill/>
            <a:ln>
              <a:noFill/>
            </a:ln>
          </p:spPr>
          <p:txBody>
            <a:bodyPr/>
            <a:lstStyle/>
            <a:p>
              <a:endParaRPr lang="en-US"/>
            </a:p>
          </p:txBody>
        </p:sp>
        <p:sp>
          <p:nvSpPr>
            <p:cNvPr id="141" name="Freeform 30">
              <a:extLst>
                <a:ext uri="{FF2B5EF4-FFF2-40B4-BE49-F238E27FC236}">
                  <a16:creationId xmlns:a16="http://schemas.microsoft.com/office/drawing/2014/main" id="{51C6658C-C674-43A3-B7D5-E1D167D92F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grpFill/>
            <a:ln>
              <a:noFill/>
            </a:ln>
          </p:spPr>
          <p:txBody>
            <a:bodyPr/>
            <a:lstStyle/>
            <a:p>
              <a:endParaRPr lang="en-US"/>
            </a:p>
          </p:txBody>
        </p:sp>
        <p:sp>
          <p:nvSpPr>
            <p:cNvPr id="142" name="Freeform 31">
              <a:extLst>
                <a:ext uri="{FF2B5EF4-FFF2-40B4-BE49-F238E27FC236}">
                  <a16:creationId xmlns:a16="http://schemas.microsoft.com/office/drawing/2014/main" id="{DF23D4C6-8AA4-481B-B5CC-DD228BA303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grpFill/>
            <a:ln>
              <a:noFill/>
            </a:ln>
          </p:spPr>
          <p:txBody>
            <a:bodyPr/>
            <a:lstStyle/>
            <a:p>
              <a:endParaRPr lang="en-US"/>
            </a:p>
          </p:txBody>
        </p:sp>
        <p:sp>
          <p:nvSpPr>
            <p:cNvPr id="143" name="Freeform 32">
              <a:extLst>
                <a:ext uri="{FF2B5EF4-FFF2-40B4-BE49-F238E27FC236}">
                  <a16:creationId xmlns:a16="http://schemas.microsoft.com/office/drawing/2014/main" id="{129B04C3-4B8A-4E90-8807-F9A6FAE74C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grpFill/>
            <a:ln>
              <a:noFill/>
            </a:ln>
          </p:spPr>
          <p:txBody>
            <a:bodyPr/>
            <a:lstStyle/>
            <a:p>
              <a:endParaRPr lang="en-US"/>
            </a:p>
          </p:txBody>
        </p:sp>
        <p:sp>
          <p:nvSpPr>
            <p:cNvPr id="144" name="Freeform 33">
              <a:extLst>
                <a:ext uri="{FF2B5EF4-FFF2-40B4-BE49-F238E27FC236}">
                  <a16:creationId xmlns:a16="http://schemas.microsoft.com/office/drawing/2014/main" id="{B8597535-8174-49AA-94A7-E608342E5C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grpFill/>
            <a:ln>
              <a:noFill/>
            </a:ln>
          </p:spPr>
          <p:txBody>
            <a:bodyPr/>
            <a:lstStyle/>
            <a:p>
              <a:endParaRPr lang="en-US"/>
            </a:p>
          </p:txBody>
        </p:sp>
        <p:sp>
          <p:nvSpPr>
            <p:cNvPr id="145" name="Freeform 34">
              <a:extLst>
                <a:ext uri="{FF2B5EF4-FFF2-40B4-BE49-F238E27FC236}">
                  <a16:creationId xmlns:a16="http://schemas.microsoft.com/office/drawing/2014/main" id="{F2FEFE5A-4435-4C8D-8A44-08D2D28E5D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grpFill/>
            <a:ln>
              <a:noFill/>
            </a:ln>
          </p:spPr>
          <p:txBody>
            <a:bodyPr/>
            <a:lstStyle/>
            <a:p>
              <a:endParaRPr lang="en-US"/>
            </a:p>
          </p:txBody>
        </p:sp>
        <p:sp>
          <p:nvSpPr>
            <p:cNvPr id="146" name="Freeform 35">
              <a:extLst>
                <a:ext uri="{FF2B5EF4-FFF2-40B4-BE49-F238E27FC236}">
                  <a16:creationId xmlns:a16="http://schemas.microsoft.com/office/drawing/2014/main" id="{FA209986-26CB-4CE9-AD55-76C359D41B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grpFill/>
            <a:ln>
              <a:noFill/>
            </a:ln>
          </p:spPr>
          <p:txBody>
            <a:bodyPr/>
            <a:lstStyle/>
            <a:p>
              <a:endParaRPr lang="en-US"/>
            </a:p>
          </p:txBody>
        </p:sp>
        <p:sp>
          <p:nvSpPr>
            <p:cNvPr id="147" name="Freeform 36">
              <a:extLst>
                <a:ext uri="{FF2B5EF4-FFF2-40B4-BE49-F238E27FC236}">
                  <a16:creationId xmlns:a16="http://schemas.microsoft.com/office/drawing/2014/main" id="{D4EBBD13-CB15-4CE3-AA0A-F828CD4D7E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grpFill/>
            <a:ln>
              <a:noFill/>
            </a:ln>
          </p:spPr>
          <p:txBody>
            <a:bodyPr/>
            <a:lstStyle/>
            <a:p>
              <a:endParaRPr lang="en-US"/>
            </a:p>
          </p:txBody>
        </p:sp>
        <p:sp>
          <p:nvSpPr>
            <p:cNvPr id="148" name="Freeform 37">
              <a:extLst>
                <a:ext uri="{FF2B5EF4-FFF2-40B4-BE49-F238E27FC236}">
                  <a16:creationId xmlns:a16="http://schemas.microsoft.com/office/drawing/2014/main" id="{C15697DE-093E-4414-AFF5-57941C52D2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grpFill/>
            <a:ln>
              <a:noFill/>
            </a:ln>
          </p:spPr>
          <p:txBody>
            <a:bodyPr/>
            <a:lstStyle/>
            <a:p>
              <a:endParaRPr lang="en-US"/>
            </a:p>
          </p:txBody>
        </p:sp>
        <p:sp>
          <p:nvSpPr>
            <p:cNvPr id="149" name="Freeform 38">
              <a:extLst>
                <a:ext uri="{FF2B5EF4-FFF2-40B4-BE49-F238E27FC236}">
                  <a16:creationId xmlns:a16="http://schemas.microsoft.com/office/drawing/2014/main" id="{C7AA6B1E-510D-4651-91FD-B77E1F0E9D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grpFill/>
            <a:ln>
              <a:noFill/>
            </a:ln>
          </p:spPr>
          <p:txBody>
            <a:bodyPr/>
            <a:lstStyle/>
            <a:p>
              <a:endParaRPr lang="en-US"/>
            </a:p>
          </p:txBody>
        </p:sp>
      </p:grpSp>
      <p:sp>
        <p:nvSpPr>
          <p:cNvPr id="150" name="Rectangle 149">
            <a:extLst>
              <a:ext uri="{FF2B5EF4-FFF2-40B4-BE49-F238E27FC236}">
                <a16:creationId xmlns:a16="http://schemas.microsoft.com/office/drawing/2014/main" id="{EFAD192E-6453-4479-A9DF-054811745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01105" y="0"/>
            <a:ext cx="13716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7585313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7FDAB-CDA4-D527-131E-C9F21A00FE32}"/>
              </a:ext>
            </a:extLst>
          </p:cNvPr>
          <p:cNvSpPr>
            <a:spLocks noGrp="1"/>
          </p:cNvSpPr>
          <p:nvPr>
            <p:ph type="title"/>
          </p:nvPr>
        </p:nvSpPr>
        <p:spPr/>
        <p:txBody>
          <a:bodyPr/>
          <a:lstStyle/>
          <a:p>
            <a:r>
              <a:rPr lang="en-US" dirty="0"/>
              <a:t>Recommendations</a:t>
            </a:r>
          </a:p>
        </p:txBody>
      </p:sp>
      <p:sp>
        <p:nvSpPr>
          <p:cNvPr id="3" name="Content Placeholder 2">
            <a:extLst>
              <a:ext uri="{FF2B5EF4-FFF2-40B4-BE49-F238E27FC236}">
                <a16:creationId xmlns:a16="http://schemas.microsoft.com/office/drawing/2014/main" id="{AA1B1DCA-41F8-2B05-B40A-58C10A877C08}"/>
              </a:ext>
            </a:extLst>
          </p:cNvPr>
          <p:cNvSpPr>
            <a:spLocks noGrp="1"/>
          </p:cNvSpPr>
          <p:nvPr>
            <p:ph idx="1"/>
          </p:nvPr>
        </p:nvSpPr>
        <p:spPr>
          <a:xfrm>
            <a:off x="1942415" y="2133599"/>
            <a:ext cx="6591985" cy="3932903"/>
          </a:xfrm>
        </p:spPr>
        <p:txBody>
          <a:bodyPr>
            <a:normAutofit fontScale="92500" lnSpcReduction="10000"/>
          </a:bodyPr>
          <a:lstStyle/>
          <a:p>
            <a:pPr>
              <a:lnSpc>
                <a:spcPct val="90000"/>
              </a:lnSpc>
            </a:pPr>
            <a:r>
              <a:rPr lang="en-US" dirty="0"/>
              <a:t>Focus marketing efforts and promotions on regions with high product demand.</a:t>
            </a:r>
          </a:p>
          <a:p>
            <a:pPr>
              <a:lnSpc>
                <a:spcPct val="90000"/>
              </a:lnSpc>
            </a:pPr>
            <a:r>
              <a:rPr lang="en-US" sz="1900" dirty="0"/>
              <a:t>Consider expanding successful product lines to stores where sales are lower, if demand seems to match customer profiles.</a:t>
            </a:r>
          </a:p>
          <a:p>
            <a:pPr>
              <a:lnSpc>
                <a:spcPct val="90000"/>
              </a:lnSpc>
            </a:pPr>
            <a:r>
              <a:rPr lang="en-US" sz="1900" dirty="0"/>
              <a:t>Negotiate better lead times with suppliers to maintain optimal stock levels and reduce carrying costs.</a:t>
            </a:r>
          </a:p>
          <a:p>
            <a:pPr>
              <a:lnSpc>
                <a:spcPct val="90000"/>
              </a:lnSpc>
            </a:pPr>
            <a:r>
              <a:rPr lang="en-US" sz="1900" dirty="0"/>
              <a:t>Identify low-margin products and explore whether they are worth continuing or could be optimized for better profitability.</a:t>
            </a:r>
          </a:p>
          <a:p>
            <a:pPr>
              <a:lnSpc>
                <a:spcPct val="90000"/>
              </a:lnSpc>
            </a:pPr>
            <a:r>
              <a:rPr lang="en-US" sz="1900" dirty="0"/>
              <a:t>Track which stores have the highest profit margins and study their operations for best practices that can be applied company-wide.</a:t>
            </a:r>
            <a:br>
              <a:rPr lang="en-US" sz="1400" dirty="0"/>
            </a:br>
            <a:endParaRPr lang="en-US" sz="1400" dirty="0"/>
          </a:p>
          <a:p>
            <a:endParaRPr lang="en-US" dirty="0"/>
          </a:p>
        </p:txBody>
      </p:sp>
    </p:spTree>
    <p:extLst>
      <p:ext uri="{BB962C8B-B14F-4D97-AF65-F5344CB8AC3E}">
        <p14:creationId xmlns:p14="http://schemas.microsoft.com/office/powerpoint/2010/main" val="7380395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normAutofit/>
          </a:bodyPr>
          <a:lstStyle/>
          <a:p>
            <a:r>
              <a:rPr dirty="0"/>
              <a:t>Summary:</a:t>
            </a:r>
          </a:p>
          <a:p>
            <a:pPr marL="0" indent="0">
              <a:buNone/>
            </a:pPr>
            <a:r>
              <a:rPr lang="en-US" dirty="0"/>
              <a:t>	</a:t>
            </a:r>
            <a:r>
              <a:rPr lang="en-US" b="0" i="0" dirty="0">
                <a:solidFill>
                  <a:srgbClr val="000000"/>
                </a:solidFill>
                <a:effectLst/>
                <a:latin typeface="Inter"/>
              </a:rPr>
              <a:t> </a:t>
            </a:r>
            <a:r>
              <a:rPr lang="en-US" b="0" i="0" dirty="0">
                <a:solidFill>
                  <a:schemeClr val="tx1">
                    <a:lumMod val="85000"/>
                  </a:schemeClr>
                </a:solidFill>
                <a:effectLst/>
                <a:latin typeface="Inter"/>
              </a:rPr>
              <a:t>We collect insights from global electronics companies and 	provide recommendations to enhance their growth.</a:t>
            </a:r>
            <a:br>
              <a:rPr dirty="0"/>
            </a:br>
            <a:endParaRPr dirty="0"/>
          </a:p>
        </p:txBody>
      </p:sp>
      <p:sp>
        <p:nvSpPr>
          <p:cNvPr id="4" name="Content Placeholder 2"/>
          <p:cNvSpPr txBox="1">
            <a:spLocks/>
          </p:cNvSpPr>
          <p:nvPr/>
        </p:nvSpPr>
        <p:spPr>
          <a:xfrm>
            <a:off x="1276007" y="5305719"/>
            <a:ext cx="6591985" cy="845574"/>
          </a:xfrm>
          <a:prstGeom prst="rect">
            <a:avLst/>
          </a:prstGeom>
        </p:spPr>
        <p:txBody>
          <a:bodyPr vert="horz" lIns="91440" tIns="45720" rIns="91440" bIns="45720" rtlCol="0">
            <a:normAutofit fontScale="92500" lnSpcReduction="20000"/>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gn="ctr">
              <a:buFont typeface="Wingdings 3" charset="2"/>
              <a:buNone/>
            </a:pPr>
            <a:r>
              <a:rPr lang="en-US" sz="6300"/>
              <a:t>THANK YOU</a:t>
            </a:r>
          </a:p>
          <a:p>
            <a:pPr marL="0" indent="0">
              <a:buFont typeface="Wingdings 3" charset="2"/>
              <a:buNone/>
            </a:pPr>
            <a:endParaRPr lang="en-US" dirty="0"/>
          </a:p>
        </p:txBody>
      </p:sp>
    </p:spTree>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2C333A"/>
      </a:dk2>
      <a:lt2>
        <a:srgbClr val="D6ECED"/>
      </a:lt2>
      <a:accent1>
        <a:srgbClr val="DE32DE"/>
      </a:accent1>
      <a:accent2>
        <a:srgbClr val="F42B8A"/>
      </a:accent2>
      <a:accent3>
        <a:srgbClr val="349FE7"/>
      </a:accent3>
      <a:accent4>
        <a:srgbClr val="565FF8"/>
      </a:accent4>
      <a:accent5>
        <a:srgbClr val="876BE7"/>
      </a:accent5>
      <a:accent6>
        <a:srgbClr val="F268C2"/>
      </a:accent6>
      <a:hlink>
        <a:srgbClr val="F55CF9"/>
      </a:hlink>
      <a:folHlink>
        <a:srgbClr val="E8A0EE"/>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F20B7C8E-B819-43F3-AAF9-EE50B1A83630}"/>
    </a:ext>
  </a:extLst>
</a:theme>
</file>

<file path=docProps/app.xml><?xml version="1.0" encoding="utf-8"?>
<Properties xmlns="http://schemas.openxmlformats.org/officeDocument/2006/extended-properties" xmlns:vt="http://schemas.openxmlformats.org/officeDocument/2006/docPropsVTypes">
  <Template>Wisp</Template>
  <TotalTime>542</TotalTime>
  <Words>614</Words>
  <Application>Microsoft Office PowerPoint</Application>
  <PresentationFormat>On-screen Show (4:3)</PresentationFormat>
  <Paragraphs>56</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Century Gothic</vt:lpstr>
      <vt:lpstr>Inter</vt:lpstr>
      <vt:lpstr>Wingdings 3</vt:lpstr>
      <vt:lpstr>Wisp</vt:lpstr>
      <vt:lpstr>Global Electronics </vt:lpstr>
      <vt:lpstr>Introduction &amp; Objective</vt:lpstr>
      <vt:lpstr>Data Sources and Tools Used</vt:lpstr>
      <vt:lpstr>Methodology</vt:lpstr>
      <vt:lpstr>1. Data Preparation</vt:lpstr>
      <vt:lpstr>2. EXPLORATORY DATA ANALYSIS (EDA)</vt:lpstr>
      <vt:lpstr>Identify the highest sales on Category wise</vt:lpstr>
      <vt:lpstr>Sum of total sales by currency code </vt:lpstr>
      <vt:lpstr>Subcategory wise sales, total profit, total sales, total customers, unit cost inn USD and country wise total sales</vt:lpstr>
      <vt:lpstr>Recommendations</vt:lpstr>
      <vt:lpstr>Recommendations</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suresh kumar</cp:lastModifiedBy>
  <cp:revision>12</cp:revision>
  <dcterms:created xsi:type="dcterms:W3CDTF">2013-01-27T09:14:16Z</dcterms:created>
  <dcterms:modified xsi:type="dcterms:W3CDTF">2025-03-23T14:20:00Z</dcterms:modified>
  <cp:category/>
</cp:coreProperties>
</file>